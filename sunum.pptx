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png" ContentType="image/pn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0" i="0">
                <a:solidFill>
                  <a:srgbClr val="E8E8E8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0" i="0">
                <a:solidFill>
                  <a:srgbClr val="E8E8E8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0" i="0">
                <a:solidFill>
                  <a:srgbClr val="E8E8E8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0" i="0">
                <a:solidFill>
                  <a:srgbClr val="E8E8E8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57745" y="3199389"/>
            <a:ext cx="5267959" cy="581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0" i="0">
                <a:solidFill>
                  <a:srgbClr val="E8E8E8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14.jpg"/><Relationship Id="rId9" Type="http://schemas.openxmlformats.org/officeDocument/2006/relationships/image" Target="../media/image15.jpg"/><Relationship Id="rId10" Type="http://schemas.openxmlformats.org/officeDocument/2006/relationships/image" Target="../media/image16.jpg"/><Relationship Id="rId11" Type="http://schemas.openxmlformats.org/officeDocument/2006/relationships/image" Target="../media/image17.jpg"/><Relationship Id="rId12" Type="http://schemas.openxmlformats.org/officeDocument/2006/relationships/image" Target="../media/image18.jpg"/><Relationship Id="rId13" Type="http://schemas.openxmlformats.org/officeDocument/2006/relationships/image" Target="../media/image19.jpg"/><Relationship Id="rId14" Type="http://schemas.openxmlformats.org/officeDocument/2006/relationships/image" Target="../media/image20.jpg"/><Relationship Id="rId15" Type="http://schemas.openxmlformats.org/officeDocument/2006/relationships/image" Target="../media/image21.jpg"/><Relationship Id="rId16" Type="http://schemas.openxmlformats.org/officeDocument/2006/relationships/image" Target="../media/image22.png"/><Relationship Id="rId17" Type="http://schemas.openxmlformats.org/officeDocument/2006/relationships/image" Target="../media/image2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6" Type="http://schemas.openxmlformats.org/officeDocument/2006/relationships/image" Target="../media/image32.jpg"/><Relationship Id="rId7" Type="http://schemas.openxmlformats.org/officeDocument/2006/relationships/image" Target="../media/image33.png"/><Relationship Id="rId8" Type="http://schemas.openxmlformats.org/officeDocument/2006/relationships/image" Target="../media/image34.jpg"/><Relationship Id="rId9" Type="http://schemas.openxmlformats.org/officeDocument/2006/relationships/image" Target="../media/image35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jpg"/><Relationship Id="rId3" Type="http://schemas.openxmlformats.org/officeDocument/2006/relationships/image" Target="../media/image37.png"/><Relationship Id="rId4" Type="http://schemas.openxmlformats.org/officeDocument/2006/relationships/image" Target="../media/image38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0" y="1811463"/>
            <a:ext cx="20093629" cy="806258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0470" y="3130794"/>
            <a:ext cx="20083780" cy="2303780"/>
          </a:xfrm>
          <a:custGeom>
            <a:avLst/>
            <a:gdLst/>
            <a:ahLst/>
            <a:cxnLst/>
            <a:rect l="l" t="t" r="r" b="b"/>
            <a:pathLst>
              <a:path w="20083780" h="2303779">
                <a:moveTo>
                  <a:pt x="20083153" y="2303594"/>
                </a:moveTo>
                <a:lnTo>
                  <a:pt x="0" y="2303594"/>
                </a:lnTo>
                <a:lnTo>
                  <a:pt x="0" y="0"/>
                </a:lnTo>
                <a:lnTo>
                  <a:pt x="20083153" y="0"/>
                </a:lnTo>
                <a:lnTo>
                  <a:pt x="20083153" y="2303594"/>
                </a:lnTo>
                <a:close/>
              </a:path>
            </a:pathLst>
          </a:custGeom>
          <a:solidFill>
            <a:srgbClr val="2A46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76304" y="2773428"/>
            <a:ext cx="5764530" cy="27000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0560"/>
              </a:lnSpc>
              <a:spcBef>
                <a:spcPts val="95"/>
              </a:spcBef>
            </a:pPr>
            <a:r>
              <a:rPr dirty="0" sz="8900" spc="-10">
                <a:solidFill>
                  <a:srgbClr val="EFEFEF"/>
                </a:solidFill>
                <a:latin typeface="Times New Roman"/>
                <a:cs typeface="Times New Roman"/>
              </a:rPr>
              <a:t>Asistanlar:</a:t>
            </a:r>
            <a:endParaRPr sz="8900">
              <a:latin typeface="Times New Roman"/>
              <a:cs typeface="Times New Roman"/>
            </a:endParaRPr>
          </a:p>
          <a:p>
            <a:pPr marL="44450">
              <a:lnSpc>
                <a:spcPts val="10500"/>
              </a:lnSpc>
            </a:pPr>
            <a:r>
              <a:rPr dirty="0" sz="8850">
                <a:solidFill>
                  <a:srgbClr val="EDEDED"/>
                </a:solidFill>
                <a:latin typeface="Times New Roman"/>
                <a:cs typeface="Times New Roman"/>
              </a:rPr>
              <a:t>Geliştirici</a:t>
            </a:r>
            <a:r>
              <a:rPr dirty="0" sz="8850" spc="-405">
                <a:solidFill>
                  <a:srgbClr val="EDEDED"/>
                </a:solidFill>
                <a:latin typeface="Times New Roman"/>
                <a:cs typeface="Times New Roman"/>
              </a:rPr>
              <a:t> </a:t>
            </a:r>
            <a:r>
              <a:rPr dirty="0" sz="8850" spc="-370">
                <a:solidFill>
                  <a:srgbClr val="E2E2E2"/>
                </a:solidFill>
                <a:latin typeface="Times New Roman"/>
                <a:cs typeface="Times New Roman"/>
              </a:rPr>
              <a:t>ve</a:t>
            </a:r>
            <a:endParaRPr sz="88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300610" y="3717075"/>
            <a:ext cx="6748145" cy="124396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500"/>
              </a:spcBef>
              <a:tabLst>
                <a:tab pos="352425" algn="l"/>
                <a:tab pos="633095" algn="l"/>
                <a:tab pos="2249170" algn="l"/>
                <a:tab pos="3091815" algn="l"/>
                <a:tab pos="5657850" algn="l"/>
                <a:tab pos="6028055" algn="l"/>
                <a:tab pos="6299835" algn="l"/>
              </a:tabLst>
            </a:pPr>
            <a:r>
              <a:rPr dirty="0" sz="2300" spc="-500">
                <a:solidFill>
                  <a:srgbClr val="DBDBDB"/>
                </a:solidFill>
                <a:latin typeface="Times New Roman"/>
                <a:cs typeface="Times New Roman"/>
              </a:rPr>
              <a:t>U</a:t>
            </a:r>
            <a:r>
              <a:rPr dirty="0" sz="2300">
                <a:solidFill>
                  <a:srgbClr val="DBDBDB"/>
                </a:solidFill>
                <a:latin typeface="Times New Roman"/>
                <a:cs typeface="Times New Roman"/>
              </a:rPr>
              <a:t>	</a:t>
            </a:r>
            <a:r>
              <a:rPr dirty="0" sz="2300" spc="50">
                <a:solidFill>
                  <a:srgbClr val="E4E4E4"/>
                </a:solidFill>
                <a:latin typeface="Times New Roman"/>
                <a:cs typeface="Times New Roman"/>
              </a:rPr>
              <a:t>e</a:t>
            </a:r>
            <a:r>
              <a:rPr dirty="0" sz="2300">
                <a:solidFill>
                  <a:srgbClr val="E4E4E4"/>
                </a:solidFill>
                <a:latin typeface="Times New Roman"/>
                <a:cs typeface="Times New Roman"/>
              </a:rPr>
              <a:t>	</a:t>
            </a:r>
            <a:r>
              <a:rPr dirty="0" sz="2300" spc="55">
                <a:solidFill>
                  <a:srgbClr val="E8E8E8"/>
                </a:solidFill>
                <a:latin typeface="Times New Roman"/>
                <a:cs typeface="Times New Roman"/>
              </a:rPr>
              <a:t>ken</a:t>
            </a:r>
            <a:r>
              <a:rPr dirty="0" sz="2300" spc="38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dirty="0" sz="2300" spc="-320">
                <a:solidFill>
                  <a:srgbClr val="E8E8E8"/>
                </a:solidFill>
                <a:latin typeface="Times New Roman"/>
                <a:cs typeface="Times New Roman"/>
              </a:rPr>
              <a:t>AI</a:t>
            </a:r>
            <a:r>
              <a:rPr dirty="0" sz="2300" spc="44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E8E8E8"/>
                </a:solidFill>
                <a:latin typeface="Times New Roman"/>
                <a:cs typeface="Times New Roman"/>
              </a:rPr>
              <a:t>ve</a:t>
            </a:r>
            <a:r>
              <a:rPr dirty="0" sz="2300" spc="37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dirty="0" sz="2300" spc="-50">
                <a:solidFill>
                  <a:srgbClr val="DBDBDB"/>
                </a:solidFill>
                <a:latin typeface="Times New Roman"/>
                <a:cs typeface="Times New Roman"/>
              </a:rPr>
              <a:t>P</a:t>
            </a:r>
            <a:r>
              <a:rPr dirty="0" sz="2300">
                <a:solidFill>
                  <a:srgbClr val="DBDBDB"/>
                </a:solidFill>
                <a:latin typeface="Times New Roman"/>
                <a:cs typeface="Times New Roman"/>
              </a:rPr>
              <a:t>	</a:t>
            </a:r>
            <a:r>
              <a:rPr dirty="0" sz="2300" spc="-25">
                <a:solidFill>
                  <a:srgbClr val="E1E1E1"/>
                </a:solidFill>
                <a:latin typeface="Times New Roman"/>
                <a:cs typeface="Times New Roman"/>
              </a:rPr>
              <a:t>omo</a:t>
            </a:r>
            <a:r>
              <a:rPr dirty="0" sz="2300">
                <a:solidFill>
                  <a:srgbClr val="E1E1E1"/>
                </a:solidFill>
                <a:latin typeface="Times New Roman"/>
                <a:cs typeface="Times New Roman"/>
              </a:rPr>
              <a:t>	</a:t>
            </a:r>
            <a:r>
              <a:rPr dirty="0" sz="2300" spc="-475">
                <a:solidFill>
                  <a:srgbClr val="162A3D"/>
                </a:solidFill>
                <a:latin typeface="Times New Roman"/>
                <a:cs typeface="Times New Roman"/>
              </a:rPr>
              <a:t>M</a:t>
            </a:r>
            <a:r>
              <a:rPr dirty="0" sz="2300" spc="-70">
                <a:solidFill>
                  <a:srgbClr val="162A3D"/>
                </a:solidFill>
                <a:latin typeface="Times New Roman"/>
                <a:cs typeface="Times New Roman"/>
              </a:rPr>
              <a:t> </a:t>
            </a:r>
            <a:r>
              <a:rPr dirty="0" sz="2300" spc="-190">
                <a:solidFill>
                  <a:srgbClr val="808C9C"/>
                </a:solidFill>
                <a:latin typeface="Times New Roman"/>
                <a:cs typeface="Times New Roman"/>
              </a:rPr>
              <a:t>ü</a:t>
            </a:r>
            <a:r>
              <a:rPr dirty="0" sz="2300" spc="-80">
                <a:solidFill>
                  <a:srgbClr val="808C9C"/>
                </a:solidFill>
                <a:latin typeface="Times New Roman"/>
                <a:cs typeface="Times New Roman"/>
              </a:rPr>
              <a:t> </a:t>
            </a:r>
            <a:r>
              <a:rPr dirty="0" sz="2300" spc="130">
                <a:solidFill>
                  <a:srgbClr val="E6E6E6"/>
                </a:solidFill>
                <a:latin typeface="Times New Roman"/>
                <a:cs typeface="Times New Roman"/>
              </a:rPr>
              <a:t>hend</a:t>
            </a:r>
            <a:r>
              <a:rPr dirty="0" sz="2300" spc="-145">
                <a:solidFill>
                  <a:srgbClr val="E6E6E6"/>
                </a:solidFill>
                <a:latin typeface="Times New Roman"/>
                <a:cs typeface="Times New Roman"/>
              </a:rPr>
              <a:t> </a:t>
            </a:r>
            <a:r>
              <a:rPr dirty="0" sz="2300" spc="-70">
                <a:solidFill>
                  <a:srgbClr val="36485B"/>
                </a:solidFill>
                <a:latin typeface="Times New Roman"/>
                <a:cs typeface="Times New Roman"/>
              </a:rPr>
              <a:t>is</a:t>
            </a:r>
            <a:r>
              <a:rPr dirty="0" sz="2300" spc="-275">
                <a:solidFill>
                  <a:srgbClr val="36485B"/>
                </a:solidFill>
                <a:latin typeface="Times New Roman"/>
                <a:cs typeface="Times New Roman"/>
              </a:rPr>
              <a:t> </a:t>
            </a:r>
            <a:r>
              <a:rPr dirty="0" sz="2300" spc="-55">
                <a:solidFill>
                  <a:srgbClr val="E2E2E2"/>
                </a:solidFill>
                <a:latin typeface="Times New Roman"/>
                <a:cs typeface="Times New Roman"/>
              </a:rPr>
              <a:t>lig</a:t>
            </a:r>
            <a:r>
              <a:rPr dirty="0" sz="2300" spc="-55">
                <a:solidFill>
                  <a:srgbClr val="6E8295"/>
                </a:solidFill>
                <a:latin typeface="Times New Roman"/>
                <a:cs typeface="Times New Roman"/>
              </a:rPr>
              <a:t>‹:</a:t>
            </a:r>
            <a:r>
              <a:rPr dirty="0" sz="2300" spc="110">
                <a:solidFill>
                  <a:srgbClr val="6E8295"/>
                </a:solidFill>
                <a:latin typeface="Times New Roman"/>
                <a:cs typeface="Times New Roman"/>
              </a:rPr>
              <a:t> </a:t>
            </a:r>
            <a:r>
              <a:rPr dirty="0" sz="2300" spc="80">
                <a:solidFill>
                  <a:srgbClr val="E4E4E4"/>
                </a:solidFill>
                <a:latin typeface="Times New Roman"/>
                <a:cs typeface="Times New Roman"/>
              </a:rPr>
              <a:t>Tes</a:t>
            </a:r>
            <a:r>
              <a:rPr dirty="0" sz="2300">
                <a:solidFill>
                  <a:srgbClr val="E4E4E4"/>
                </a:solidFill>
                <a:latin typeface="Times New Roman"/>
                <a:cs typeface="Times New Roman"/>
              </a:rPr>
              <a:t>	</a:t>
            </a:r>
            <a:r>
              <a:rPr dirty="0" sz="2300" spc="30">
                <a:solidFill>
                  <a:srgbClr val="213448"/>
                </a:solidFill>
                <a:latin typeface="Times New Roman"/>
                <a:cs typeface="Times New Roman"/>
              </a:rPr>
              <a:t>s</a:t>
            </a:r>
            <a:r>
              <a:rPr dirty="0" sz="2300">
                <a:solidFill>
                  <a:srgbClr val="213448"/>
                </a:solidFill>
                <a:latin typeface="Times New Roman"/>
                <a:cs typeface="Times New Roman"/>
              </a:rPr>
              <a:t>	</a:t>
            </a:r>
            <a:r>
              <a:rPr dirty="0" sz="2300" spc="-50">
                <a:solidFill>
                  <a:srgbClr val="DFDFDF"/>
                </a:solidFill>
                <a:latin typeface="Times New Roman"/>
                <a:cs typeface="Times New Roman"/>
              </a:rPr>
              <a:t>a</a:t>
            </a:r>
            <a:r>
              <a:rPr dirty="0" sz="2300">
                <a:solidFill>
                  <a:srgbClr val="DFDFDF"/>
                </a:solidFill>
                <a:latin typeface="Times New Roman"/>
                <a:cs typeface="Times New Roman"/>
              </a:rPr>
              <a:t>	</a:t>
            </a:r>
            <a:r>
              <a:rPr dirty="0" sz="2300" spc="-340">
                <a:solidFill>
                  <a:srgbClr val="DDDDDD"/>
                </a:solidFill>
                <a:latin typeface="Times New Roman"/>
                <a:cs typeface="Times New Roman"/>
              </a:rPr>
              <a:t>ey</a:t>
            </a:r>
            <a:r>
              <a:rPr dirty="0" sz="2300" spc="-90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2300" spc="-25">
                <a:solidFill>
                  <a:srgbClr val="E4E4E4"/>
                </a:solidFill>
                <a:latin typeface="Times New Roman"/>
                <a:cs typeface="Times New Roman"/>
              </a:rPr>
              <a:t>is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2186940" algn="l"/>
                <a:tab pos="3795395" algn="l"/>
                <a:tab pos="5118735" algn="l"/>
                <a:tab pos="6386195" algn="l"/>
              </a:tabLst>
            </a:pPr>
            <a:r>
              <a:rPr dirty="0" sz="2350" spc="-185" i="1">
                <a:solidFill>
                  <a:srgbClr val="E4E4E4"/>
                </a:solidFill>
                <a:latin typeface="Times New Roman"/>
                <a:cs typeface="Times New Roman"/>
              </a:rPr>
              <a:t>d</a:t>
            </a:r>
            <a:r>
              <a:rPr dirty="0" sz="2350" spc="-204" i="1">
                <a:solidFill>
                  <a:srgbClr val="E4E4E4"/>
                </a:solidFill>
                <a:latin typeface="Times New Roman"/>
                <a:cs typeface="Times New Roman"/>
              </a:rPr>
              <a:t> </a:t>
            </a:r>
            <a:r>
              <a:rPr dirty="0" sz="2350" spc="-565" i="1">
                <a:solidFill>
                  <a:srgbClr val="D8D8D8"/>
                </a:solidFill>
                <a:latin typeface="Times New Roman"/>
                <a:cs typeface="Times New Roman"/>
              </a:rPr>
              <a:t>O</a:t>
            </a:r>
            <a:r>
              <a:rPr dirty="0" sz="2350" spc="-210" i="1">
                <a:solidFill>
                  <a:srgbClr val="D8D8D8"/>
                </a:solidFill>
                <a:latin typeface="Times New Roman"/>
                <a:cs typeface="Times New Roman"/>
              </a:rPr>
              <a:t> </a:t>
            </a:r>
            <a:r>
              <a:rPr dirty="0" sz="2350" spc="-114" i="1">
                <a:solidFill>
                  <a:srgbClr val="E6E6E6"/>
                </a:solidFill>
                <a:latin typeface="Times New Roman"/>
                <a:cs typeface="Times New Roman"/>
              </a:rPr>
              <a:t>iÜ</a:t>
            </a:r>
            <a:r>
              <a:rPr dirty="0" sz="2350" i="1">
                <a:solidFill>
                  <a:srgbClr val="E6E6E6"/>
                </a:solidFill>
                <a:latin typeface="Times New Roman"/>
                <a:cs typeface="Times New Roman"/>
              </a:rPr>
              <a:t> </a:t>
            </a:r>
            <a:r>
              <a:rPr dirty="0" sz="2350" spc="114" i="1">
                <a:solidFill>
                  <a:srgbClr val="DFDFDF"/>
                </a:solidFill>
                <a:latin typeface="Times New Roman"/>
                <a:cs typeface="Times New Roman"/>
              </a:rPr>
              <a:t>m</a:t>
            </a:r>
            <a:r>
              <a:rPr dirty="0" sz="2350" spc="114" i="1">
                <a:solidFill>
                  <a:srgbClr val="E2E2E2"/>
                </a:solidFill>
                <a:latin typeface="Times New Roman"/>
                <a:cs typeface="Times New Roman"/>
              </a:rPr>
              <a:t>a</a:t>
            </a:r>
            <a:r>
              <a:rPr dirty="0" sz="2350" spc="-275" i="1">
                <a:solidFill>
                  <a:srgbClr val="E2E2E2"/>
                </a:solidFill>
                <a:latin typeface="Times New Roman"/>
                <a:cs typeface="Times New Roman"/>
              </a:rPr>
              <a:t> </a:t>
            </a:r>
            <a:r>
              <a:rPr dirty="0" sz="2350" spc="-170" i="1">
                <a:solidFill>
                  <a:srgbClr val="778999"/>
                </a:solidFill>
                <a:latin typeface="Times New Roman"/>
                <a:cs typeface="Times New Roman"/>
              </a:rPr>
              <a:t>c</a:t>
            </a:r>
            <a:r>
              <a:rPr dirty="0" sz="2350" spc="-25" i="1">
                <a:solidFill>
                  <a:srgbClr val="778999"/>
                </a:solidFill>
                <a:latin typeface="Times New Roman"/>
                <a:cs typeface="Times New Roman"/>
              </a:rPr>
              <a:t> </a:t>
            </a:r>
            <a:r>
              <a:rPr dirty="0" sz="2350" spc="-409" i="1">
                <a:solidFill>
                  <a:srgbClr val="E6E6E6"/>
                </a:solidFill>
                <a:latin typeface="Times New Roman"/>
                <a:cs typeface="Times New Roman"/>
              </a:rPr>
              <a:t>ı</a:t>
            </a:r>
            <a:r>
              <a:rPr dirty="0" sz="2350" spc="350" i="1">
                <a:solidFill>
                  <a:srgbClr val="E6E6E6"/>
                </a:solidFill>
                <a:latin typeface="Times New Roman"/>
                <a:cs typeface="Times New Roman"/>
              </a:rPr>
              <a:t> </a:t>
            </a:r>
            <a:r>
              <a:rPr dirty="0" sz="2350" spc="-20" i="1">
                <a:solidFill>
                  <a:srgbClr val="E6E6E6"/>
                </a:solidFill>
                <a:latin typeface="Times New Roman"/>
                <a:cs typeface="Times New Roman"/>
              </a:rPr>
              <a:t>bazı</a:t>
            </a:r>
            <a:r>
              <a:rPr dirty="0" sz="2350" i="1">
                <a:solidFill>
                  <a:srgbClr val="E6E6E6"/>
                </a:solidFill>
                <a:latin typeface="Times New Roman"/>
                <a:cs typeface="Times New Roman"/>
              </a:rPr>
              <a:t>	</a:t>
            </a:r>
            <a:r>
              <a:rPr dirty="0" sz="2350" spc="95">
                <a:solidFill>
                  <a:srgbClr val="E8E8E8"/>
                </a:solidFill>
                <a:latin typeface="Times New Roman"/>
                <a:cs typeface="Times New Roman"/>
              </a:rPr>
              <a:t>lama</a:t>
            </a:r>
            <a:r>
              <a:rPr dirty="0" sz="2350" spc="285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dirty="0" sz="2350" spc="60">
                <a:solidFill>
                  <a:srgbClr val="E6E6E6"/>
                </a:solidFill>
                <a:latin typeface="Times New Roman"/>
                <a:cs typeface="Times New Roman"/>
              </a:rPr>
              <a:t>ve</a:t>
            </a:r>
            <a:r>
              <a:rPr dirty="0" sz="2350" spc="350">
                <a:solidFill>
                  <a:srgbClr val="E6E6E6"/>
                </a:solidFill>
                <a:latin typeface="Times New Roman"/>
                <a:cs typeface="Times New Roman"/>
              </a:rPr>
              <a:t> </a:t>
            </a:r>
            <a:r>
              <a:rPr dirty="0" sz="2350" spc="-25">
                <a:solidFill>
                  <a:srgbClr val="E4E4E4"/>
                </a:solidFill>
                <a:latin typeface="Times New Roman"/>
                <a:cs typeface="Times New Roman"/>
              </a:rPr>
              <a:t>ka</a:t>
            </a:r>
            <a:r>
              <a:rPr dirty="0" sz="2350">
                <a:solidFill>
                  <a:srgbClr val="E4E4E4"/>
                </a:solidFill>
                <a:latin typeface="Times New Roman"/>
                <a:cs typeface="Times New Roman"/>
              </a:rPr>
              <a:t>	</a:t>
            </a:r>
            <a:r>
              <a:rPr dirty="0" sz="2350">
                <a:solidFill>
                  <a:srgbClr val="DFDFDF"/>
                </a:solidFill>
                <a:latin typeface="Times New Roman"/>
                <a:cs typeface="Times New Roman"/>
              </a:rPr>
              <a:t>maçı</a:t>
            </a:r>
            <a:r>
              <a:rPr dirty="0" sz="2350" spc="-40">
                <a:solidFill>
                  <a:srgbClr val="DFDFDF"/>
                </a:solidFill>
                <a:latin typeface="Times New Roman"/>
                <a:cs typeface="Times New Roman"/>
              </a:rPr>
              <a:t> </a:t>
            </a:r>
            <a:r>
              <a:rPr dirty="0" sz="2350" spc="-295">
                <a:solidFill>
                  <a:srgbClr val="E2E2E2"/>
                </a:solidFill>
                <a:latin typeface="Times New Roman"/>
                <a:cs typeface="Times New Roman"/>
              </a:rPr>
              <a:t>k</a:t>
            </a:r>
            <a:r>
              <a:rPr dirty="0" sz="2350" spc="250">
                <a:solidFill>
                  <a:srgbClr val="E2E2E2"/>
                </a:solidFill>
                <a:latin typeface="Times New Roman"/>
                <a:cs typeface="Times New Roman"/>
              </a:rPr>
              <a:t> </a:t>
            </a:r>
            <a:r>
              <a:rPr dirty="0" sz="2350" spc="35">
                <a:solidFill>
                  <a:srgbClr val="EDEDED"/>
                </a:solidFill>
                <a:latin typeface="Times New Roman"/>
                <a:cs typeface="Times New Roman"/>
              </a:rPr>
              <a:t>ve</a:t>
            </a:r>
            <a:r>
              <a:rPr dirty="0" sz="2350">
                <a:solidFill>
                  <a:srgbClr val="EDEDED"/>
                </a:solidFill>
                <a:latin typeface="Times New Roman"/>
                <a:cs typeface="Times New Roman"/>
              </a:rPr>
              <a:t>	</a:t>
            </a:r>
            <a:r>
              <a:rPr dirty="0" sz="2350" spc="-450">
                <a:solidFill>
                  <a:srgbClr val="E8E8E8"/>
                </a:solidFill>
                <a:latin typeface="Times New Roman"/>
                <a:cs typeface="Times New Roman"/>
              </a:rPr>
              <a:t>i</a:t>
            </a:r>
            <a:r>
              <a:rPr dirty="0" sz="2350" spc="229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dirty="0" sz="2350" spc="155">
                <a:solidFill>
                  <a:srgbClr val="E6E6E6"/>
                </a:solidFill>
                <a:latin typeface="Times New Roman"/>
                <a:cs typeface="Times New Roman"/>
              </a:rPr>
              <a:t>şemala</a:t>
            </a:r>
            <a:r>
              <a:rPr dirty="0" sz="2350">
                <a:solidFill>
                  <a:srgbClr val="E6E6E6"/>
                </a:solidFill>
                <a:latin typeface="Times New Roman"/>
                <a:cs typeface="Times New Roman"/>
              </a:rPr>
              <a:t>	</a:t>
            </a:r>
            <a:r>
              <a:rPr dirty="0" sz="2350" spc="-500">
                <a:solidFill>
                  <a:srgbClr val="EBEBEB"/>
                </a:solidFill>
                <a:latin typeface="Times New Roman"/>
                <a:cs typeface="Times New Roman"/>
              </a:rPr>
              <a:t>ı</a:t>
            </a:r>
            <a:endParaRPr sz="2350">
              <a:latin typeface="Times New Roman"/>
              <a:cs typeface="Times New Roman"/>
            </a:endParaRPr>
          </a:p>
          <a:p>
            <a:pPr marL="28575">
              <a:lnSpc>
                <a:spcPct val="100000"/>
              </a:lnSpc>
              <a:spcBef>
                <a:spcPts val="495"/>
              </a:spcBef>
              <a:tabLst>
                <a:tab pos="311150" algn="l"/>
                <a:tab pos="601980" algn="l"/>
              </a:tabLst>
            </a:pPr>
            <a:r>
              <a:rPr dirty="0" sz="2250" spc="-50">
                <a:solidFill>
                  <a:srgbClr val="E8E8E8"/>
                </a:solidFill>
                <a:latin typeface="Times New Roman"/>
                <a:cs typeface="Times New Roman"/>
              </a:rPr>
              <a:t>ü</a:t>
            </a:r>
            <a:r>
              <a:rPr dirty="0" sz="2250">
                <a:solidFill>
                  <a:srgbClr val="E8E8E8"/>
                </a:solidFill>
                <a:latin typeface="Times New Roman"/>
                <a:cs typeface="Times New Roman"/>
              </a:rPr>
              <a:t>	</a:t>
            </a:r>
            <a:r>
              <a:rPr dirty="0" sz="2250" spc="-50">
                <a:solidFill>
                  <a:srgbClr val="E8E8E8"/>
                </a:solidFill>
                <a:latin typeface="Times New Roman"/>
                <a:cs typeface="Times New Roman"/>
              </a:rPr>
              <a:t>e</a:t>
            </a:r>
            <a:r>
              <a:rPr dirty="0" sz="2250">
                <a:solidFill>
                  <a:srgbClr val="E8E8E8"/>
                </a:solidFill>
                <a:latin typeface="Times New Roman"/>
                <a:cs typeface="Times New Roman"/>
              </a:rPr>
              <a:t>	</a:t>
            </a:r>
            <a:r>
              <a:rPr dirty="0" sz="2250" spc="-25">
                <a:solidFill>
                  <a:srgbClr val="D6D6D6"/>
                </a:solidFill>
                <a:latin typeface="Times New Roman"/>
                <a:cs typeface="Times New Roman"/>
              </a:rPr>
              <a:t>me.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0470" y="5779928"/>
            <a:ext cx="20083780" cy="1089025"/>
          </a:xfrm>
          <a:custGeom>
            <a:avLst/>
            <a:gdLst/>
            <a:ahLst/>
            <a:cxnLst/>
            <a:rect l="l" t="t" r="r" b="b"/>
            <a:pathLst>
              <a:path w="20083780" h="1089025">
                <a:moveTo>
                  <a:pt x="20083153" y="1088971"/>
                </a:moveTo>
                <a:lnTo>
                  <a:pt x="0" y="1088971"/>
                </a:lnTo>
                <a:lnTo>
                  <a:pt x="0" y="0"/>
                </a:lnTo>
                <a:lnTo>
                  <a:pt x="20083153" y="0"/>
                </a:lnTo>
                <a:lnTo>
                  <a:pt x="20083153" y="1088971"/>
                </a:lnTo>
                <a:close/>
              </a:path>
            </a:pathLst>
          </a:custGeom>
          <a:solidFill>
            <a:srgbClr val="2A46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2394339" y="5462991"/>
            <a:ext cx="5633720" cy="1320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0">
                <a:solidFill>
                  <a:srgbClr val="EBEBEB"/>
                </a:solidFill>
                <a:latin typeface="Times New Roman"/>
                <a:cs typeface="Times New Roman"/>
              </a:rPr>
              <a:t>Teslçi</a:t>
            </a:r>
            <a:r>
              <a:rPr dirty="0" sz="8500" spc="345">
                <a:solidFill>
                  <a:srgbClr val="EBEBEB"/>
                </a:solidFill>
                <a:latin typeface="Times New Roman"/>
                <a:cs typeface="Times New Roman"/>
              </a:rPr>
              <a:t> </a:t>
            </a:r>
            <a:r>
              <a:rPr dirty="0" sz="8500" spc="220">
                <a:solidFill>
                  <a:srgbClr val="E1E1E1"/>
                </a:solidFill>
                <a:latin typeface="Times New Roman"/>
                <a:cs typeface="Times New Roman"/>
              </a:rPr>
              <a:t>Ortak</a:t>
            </a:r>
            <a:endParaRPr sz="85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407282" y="5462991"/>
            <a:ext cx="634365" cy="1320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0" spc="-50">
                <a:solidFill>
                  <a:srgbClr val="93EBFF"/>
                </a:solidFill>
                <a:latin typeface="Times New Roman"/>
                <a:cs typeface="Times New Roman"/>
              </a:rPr>
              <a:t>&lt;</a:t>
            </a:r>
            <a:endParaRPr sz="85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293626" y="5677644"/>
            <a:ext cx="6480175" cy="124968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5875" marR="5080" indent="-3810">
              <a:lnSpc>
                <a:spcPct val="120000"/>
              </a:lnSpc>
              <a:spcBef>
                <a:spcPts val="75"/>
              </a:spcBef>
              <a:tabLst>
                <a:tab pos="684530" algn="l"/>
                <a:tab pos="763905" algn="l"/>
                <a:tab pos="1606550" algn="l"/>
                <a:tab pos="2054225" algn="l"/>
                <a:tab pos="2686685" algn="l"/>
                <a:tab pos="3455670" algn="l"/>
                <a:tab pos="3928110" algn="l"/>
                <a:tab pos="4686935" algn="l"/>
                <a:tab pos="5278120" algn="l"/>
                <a:tab pos="5909945" algn="l"/>
                <a:tab pos="6022340" algn="l"/>
              </a:tabLst>
            </a:pPr>
            <a:r>
              <a:rPr dirty="0" sz="2250" spc="-10">
                <a:solidFill>
                  <a:srgbClr val="E4E4E4"/>
                </a:solidFill>
                <a:latin typeface="Times New Roman"/>
                <a:cs typeface="Times New Roman"/>
              </a:rPr>
              <a:t>Akıllı</a:t>
            </a:r>
            <a:r>
              <a:rPr dirty="0" sz="2250">
                <a:solidFill>
                  <a:srgbClr val="E4E4E4"/>
                </a:solidFill>
                <a:latin typeface="Times New Roman"/>
                <a:cs typeface="Times New Roman"/>
              </a:rPr>
              <a:t>		</a:t>
            </a:r>
            <a:r>
              <a:rPr dirty="0" sz="2250">
                <a:solidFill>
                  <a:srgbClr val="E6E6E6"/>
                </a:solidFill>
                <a:latin typeface="Times New Roman"/>
                <a:cs typeface="Times New Roman"/>
              </a:rPr>
              <a:t>Kod</a:t>
            </a:r>
            <a:r>
              <a:rPr dirty="0" sz="2250" spc="290">
                <a:solidFill>
                  <a:srgbClr val="E6E6E6"/>
                </a:solidFill>
                <a:latin typeface="Times New Roman"/>
                <a:cs typeface="Times New Roman"/>
              </a:rPr>
              <a:t> </a:t>
            </a:r>
            <a:r>
              <a:rPr dirty="0" sz="2250" spc="90">
                <a:solidFill>
                  <a:srgbClr val="E1E1E1"/>
                </a:solidFill>
                <a:latin typeface="Times New Roman"/>
                <a:cs typeface="Times New Roman"/>
              </a:rPr>
              <a:t>Tam</a:t>
            </a:r>
            <a:r>
              <a:rPr dirty="0" sz="2250" spc="-150">
                <a:solidFill>
                  <a:srgbClr val="E1E1E1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E6E6E6"/>
                </a:solidFill>
                <a:latin typeface="Times New Roman"/>
                <a:cs typeface="Times New Roman"/>
              </a:rPr>
              <a:t>a</a:t>
            </a:r>
            <a:r>
              <a:rPr dirty="0" sz="2250" spc="-85">
                <a:solidFill>
                  <a:srgbClr val="E6E6E6"/>
                </a:solidFill>
                <a:latin typeface="Times New Roman"/>
                <a:cs typeface="Times New Roman"/>
              </a:rPr>
              <a:t> </a:t>
            </a:r>
            <a:r>
              <a:rPr dirty="0" sz="2250" spc="-35">
                <a:solidFill>
                  <a:srgbClr val="E4E4E4"/>
                </a:solidFill>
                <a:latin typeface="Times New Roman"/>
                <a:cs typeface="Times New Roman"/>
              </a:rPr>
              <a:t>m</a:t>
            </a:r>
            <a:r>
              <a:rPr dirty="0" sz="2250" spc="-200">
                <a:solidFill>
                  <a:srgbClr val="E4E4E4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solidFill>
                  <a:srgbClr val="E4E4E4"/>
                </a:solidFill>
                <a:latin typeface="Times New Roman"/>
                <a:cs typeface="Times New Roman"/>
              </a:rPr>
              <a:t>layıc</a:t>
            </a:r>
            <a:r>
              <a:rPr dirty="0" sz="2250" spc="-310">
                <a:solidFill>
                  <a:srgbClr val="E4E4E4"/>
                </a:solidFill>
                <a:latin typeface="Times New Roman"/>
                <a:cs typeface="Times New Roman"/>
              </a:rPr>
              <a:t> </a:t>
            </a:r>
            <a:r>
              <a:rPr dirty="0" sz="2250" spc="-25">
                <a:solidFill>
                  <a:srgbClr val="E8E8E8"/>
                </a:solidFill>
                <a:latin typeface="Times New Roman"/>
                <a:cs typeface="Times New Roman"/>
              </a:rPr>
              <a:t>ıla</a:t>
            </a:r>
            <a:r>
              <a:rPr dirty="0" sz="2250">
                <a:solidFill>
                  <a:srgbClr val="E8E8E8"/>
                </a:solidFill>
                <a:latin typeface="Times New Roman"/>
                <a:cs typeface="Times New Roman"/>
              </a:rPr>
              <a:t>	</a:t>
            </a:r>
            <a:r>
              <a:rPr dirty="0" sz="2250">
                <a:solidFill>
                  <a:srgbClr val="48596E"/>
                </a:solidFill>
                <a:latin typeface="Times New Roman"/>
                <a:cs typeface="Times New Roman"/>
              </a:rPr>
              <a:t>:</a:t>
            </a:r>
            <a:r>
              <a:rPr dirty="0" sz="2250" spc="114">
                <a:solidFill>
                  <a:srgbClr val="48596E"/>
                </a:solidFill>
                <a:latin typeface="Times New Roman"/>
                <a:cs typeface="Times New Roman"/>
              </a:rPr>
              <a:t> </a:t>
            </a:r>
            <a:r>
              <a:rPr dirty="0" sz="2250" spc="130">
                <a:solidFill>
                  <a:srgbClr val="E6E6E6"/>
                </a:solidFill>
                <a:latin typeface="Times New Roman"/>
                <a:cs typeface="Times New Roman"/>
              </a:rPr>
              <a:t>Test</a:t>
            </a:r>
            <a:r>
              <a:rPr dirty="0" sz="2250" spc="125">
                <a:solidFill>
                  <a:srgbClr val="E6E6E6"/>
                </a:solidFill>
                <a:latin typeface="Times New Roman"/>
                <a:cs typeface="Times New Roman"/>
              </a:rPr>
              <a:t> </a:t>
            </a:r>
            <a:r>
              <a:rPr dirty="0" sz="2250" spc="70">
                <a:solidFill>
                  <a:srgbClr val="E8E8E8"/>
                </a:solidFill>
                <a:latin typeface="Times New Roman"/>
                <a:cs typeface="Times New Roman"/>
              </a:rPr>
              <a:t>s</a:t>
            </a:r>
            <a:r>
              <a:rPr dirty="0" sz="2250">
                <a:solidFill>
                  <a:srgbClr val="E8E8E8"/>
                </a:solidFill>
                <a:latin typeface="Times New Roman"/>
                <a:cs typeface="Times New Roman"/>
              </a:rPr>
              <a:t>	</a:t>
            </a:r>
            <a:r>
              <a:rPr dirty="0" sz="2250">
                <a:solidFill>
                  <a:srgbClr val="E6E6E6"/>
                </a:solidFill>
                <a:latin typeface="Times New Roman"/>
                <a:cs typeface="Times New Roman"/>
              </a:rPr>
              <a:t>ipt'i</a:t>
            </a:r>
            <a:r>
              <a:rPr dirty="0" sz="2250" spc="480">
                <a:solidFill>
                  <a:srgbClr val="E6E6E6"/>
                </a:solidFill>
                <a:latin typeface="Times New Roman"/>
                <a:cs typeface="Times New Roman"/>
              </a:rPr>
              <a:t> </a:t>
            </a:r>
            <a:r>
              <a:rPr dirty="0" sz="2250" spc="65">
                <a:solidFill>
                  <a:srgbClr val="EBEBEB"/>
                </a:solidFill>
                <a:latin typeface="Times New Roman"/>
                <a:cs typeface="Times New Roman"/>
              </a:rPr>
              <a:t>yaz</a:t>
            </a:r>
            <a:r>
              <a:rPr dirty="0" sz="2250" spc="-340">
                <a:solidFill>
                  <a:srgbClr val="EBEBEB"/>
                </a:solidFill>
                <a:latin typeface="Times New Roman"/>
                <a:cs typeface="Times New Roman"/>
              </a:rPr>
              <a:t> </a:t>
            </a:r>
            <a:r>
              <a:rPr dirty="0" sz="2250" spc="10">
                <a:solidFill>
                  <a:srgbClr val="DDDDDD"/>
                </a:solidFill>
                <a:latin typeface="Times New Roman"/>
                <a:cs typeface="Times New Roman"/>
              </a:rPr>
              <a:t>a</a:t>
            </a:r>
            <a:r>
              <a:rPr dirty="0" sz="2250">
                <a:solidFill>
                  <a:srgbClr val="DDDDDD"/>
                </a:solidFill>
                <a:latin typeface="Times New Roman"/>
                <a:cs typeface="Times New Roman"/>
              </a:rPr>
              <a:t>		</a:t>
            </a:r>
            <a:r>
              <a:rPr dirty="0" sz="2250" spc="50">
                <a:solidFill>
                  <a:srgbClr val="E8E8E8"/>
                </a:solidFill>
                <a:latin typeface="Times New Roman"/>
                <a:cs typeface="Times New Roman"/>
              </a:rPr>
              <a:t>ken </a:t>
            </a:r>
            <a:r>
              <a:rPr dirty="0" sz="2250" spc="-20">
                <a:solidFill>
                  <a:srgbClr val="344656"/>
                </a:solidFill>
                <a:latin typeface="Times New Roman"/>
                <a:cs typeface="Times New Roman"/>
              </a:rPr>
              <a:t>d</a:t>
            </a:r>
            <a:r>
              <a:rPr dirty="0" sz="2250" spc="-200">
                <a:solidFill>
                  <a:srgbClr val="344656"/>
                </a:solidFill>
                <a:latin typeface="Times New Roman"/>
                <a:cs typeface="Times New Roman"/>
              </a:rPr>
              <a:t> </a:t>
            </a:r>
            <a:r>
              <a:rPr dirty="0" sz="2250" spc="-25">
                <a:solidFill>
                  <a:srgbClr val="E2E2E2"/>
                </a:solidFill>
                <a:latin typeface="Times New Roman"/>
                <a:cs typeface="Times New Roman"/>
              </a:rPr>
              <a:t>og</a:t>
            </a:r>
            <a:r>
              <a:rPr dirty="0" sz="2250">
                <a:solidFill>
                  <a:srgbClr val="E2E2E2"/>
                </a:solidFill>
                <a:latin typeface="Times New Roman"/>
                <a:cs typeface="Times New Roman"/>
              </a:rPr>
              <a:t>	</a:t>
            </a:r>
            <a:r>
              <a:rPr dirty="0" sz="2250" spc="-105">
                <a:solidFill>
                  <a:srgbClr val="EBEBEB"/>
                </a:solidFill>
                <a:latin typeface="Times New Roman"/>
                <a:cs typeface="Times New Roman"/>
              </a:rPr>
              <a:t>ul</a:t>
            </a:r>
            <a:r>
              <a:rPr dirty="0" sz="2250" spc="-225">
                <a:solidFill>
                  <a:srgbClr val="EBEBEB"/>
                </a:solidFill>
                <a:latin typeface="Times New Roman"/>
                <a:cs typeface="Times New Roman"/>
              </a:rPr>
              <a:t> </a:t>
            </a:r>
            <a:r>
              <a:rPr dirty="0" sz="2250" spc="-25">
                <a:solidFill>
                  <a:srgbClr val="E4E4E4"/>
                </a:solidFill>
                <a:latin typeface="Times New Roman"/>
                <a:cs typeface="Times New Roman"/>
              </a:rPr>
              <a:t>ama</a:t>
            </a:r>
            <a:r>
              <a:rPr dirty="0" sz="2250">
                <a:solidFill>
                  <a:srgbClr val="E4E4E4"/>
                </a:solidFill>
                <a:latin typeface="Times New Roman"/>
                <a:cs typeface="Times New Roman"/>
              </a:rPr>
              <a:t>	</a:t>
            </a:r>
            <a:r>
              <a:rPr dirty="0" sz="2250" spc="-25">
                <a:solidFill>
                  <a:srgbClr val="DFDFDF"/>
                </a:solidFill>
                <a:latin typeface="Times New Roman"/>
                <a:cs typeface="Times New Roman"/>
              </a:rPr>
              <a:t>adı</a:t>
            </a:r>
            <a:r>
              <a:rPr dirty="0" sz="2250">
                <a:solidFill>
                  <a:srgbClr val="DFDFDF"/>
                </a:solidFill>
                <a:latin typeface="Times New Roman"/>
                <a:cs typeface="Times New Roman"/>
              </a:rPr>
              <a:t>	</a:t>
            </a:r>
            <a:r>
              <a:rPr dirty="0" sz="2250" spc="-35">
                <a:solidFill>
                  <a:srgbClr val="798A9A"/>
                </a:solidFill>
                <a:latin typeface="Times New Roman"/>
                <a:cs typeface="Times New Roman"/>
              </a:rPr>
              <a:t>m</a:t>
            </a:r>
            <a:r>
              <a:rPr dirty="0" sz="2250" spc="-200">
                <a:solidFill>
                  <a:srgbClr val="798A9A"/>
                </a:solidFill>
                <a:latin typeface="Times New Roman"/>
                <a:cs typeface="Times New Roman"/>
              </a:rPr>
              <a:t> </a:t>
            </a:r>
            <a:r>
              <a:rPr dirty="0" sz="2250" spc="-25">
                <a:solidFill>
                  <a:srgbClr val="E2E2E2"/>
                </a:solidFill>
                <a:latin typeface="Times New Roman"/>
                <a:cs typeface="Times New Roman"/>
              </a:rPr>
              <a:t>la</a:t>
            </a:r>
            <a:r>
              <a:rPr dirty="0" sz="2250">
                <a:solidFill>
                  <a:srgbClr val="E2E2E2"/>
                </a:solidFill>
                <a:latin typeface="Times New Roman"/>
                <a:cs typeface="Times New Roman"/>
              </a:rPr>
              <a:t>	</a:t>
            </a:r>
            <a:r>
              <a:rPr dirty="0" sz="2250" spc="350">
                <a:solidFill>
                  <a:srgbClr val="91A1B1"/>
                </a:solidFill>
                <a:latin typeface="Times New Roman"/>
                <a:cs typeface="Times New Roman"/>
              </a:rPr>
              <a:t>ı</a:t>
            </a:r>
            <a:r>
              <a:rPr dirty="0" sz="2250" spc="-185">
                <a:solidFill>
                  <a:srgbClr val="E2E2E2"/>
                </a:solidFill>
                <a:latin typeface="Times New Roman"/>
                <a:cs typeface="Times New Roman"/>
              </a:rPr>
              <a:t>n</a:t>
            </a:r>
            <a:r>
              <a:rPr dirty="0" sz="2250" spc="-175">
                <a:solidFill>
                  <a:srgbClr val="E2E2E2"/>
                </a:solidFill>
                <a:latin typeface="Times New Roman"/>
                <a:cs typeface="Times New Roman"/>
              </a:rPr>
              <a:t>ı</a:t>
            </a:r>
            <a:r>
              <a:rPr dirty="0" sz="2250" spc="165">
                <a:solidFill>
                  <a:srgbClr val="E2E2E2"/>
                </a:solidFill>
                <a:latin typeface="Times New Roman"/>
                <a:cs typeface="Times New Roman"/>
              </a:rPr>
              <a:t> </a:t>
            </a:r>
            <a:r>
              <a:rPr dirty="0" sz="2250" spc="90">
                <a:solidFill>
                  <a:srgbClr val="EBEBEB"/>
                </a:solidFill>
                <a:latin typeface="Times New Roman"/>
                <a:cs typeface="Times New Roman"/>
              </a:rPr>
              <a:t>ö</a:t>
            </a:r>
            <a:r>
              <a:rPr dirty="0" sz="2250" spc="-245">
                <a:solidFill>
                  <a:srgbClr val="EBEBEB"/>
                </a:solidFill>
                <a:latin typeface="Times New Roman"/>
                <a:cs typeface="Times New Roman"/>
              </a:rPr>
              <a:t> </a:t>
            </a:r>
            <a:r>
              <a:rPr dirty="0" sz="2250" spc="65">
                <a:solidFill>
                  <a:srgbClr val="E8E8E8"/>
                </a:solidFill>
                <a:latin typeface="Times New Roman"/>
                <a:cs typeface="Times New Roman"/>
              </a:rPr>
              <a:t>ngö</a:t>
            </a:r>
            <a:r>
              <a:rPr dirty="0" sz="2250">
                <a:solidFill>
                  <a:srgbClr val="E8E8E8"/>
                </a:solidFill>
                <a:latin typeface="Times New Roman"/>
                <a:cs typeface="Times New Roman"/>
              </a:rPr>
              <a:t>	</a:t>
            </a:r>
            <a:r>
              <a:rPr dirty="0" sz="2250" spc="105">
                <a:solidFill>
                  <a:srgbClr val="E4E4E4"/>
                </a:solidFill>
                <a:latin typeface="Times New Roman"/>
                <a:cs typeface="Times New Roman"/>
              </a:rPr>
              <a:t>me</a:t>
            </a:r>
            <a:r>
              <a:rPr dirty="0" sz="2250" spc="409">
                <a:solidFill>
                  <a:srgbClr val="E4E4E4"/>
                </a:solidFill>
                <a:latin typeface="Times New Roman"/>
                <a:cs typeface="Times New Roman"/>
              </a:rPr>
              <a:t> </a:t>
            </a:r>
            <a:r>
              <a:rPr dirty="0" sz="2250" spc="60">
                <a:solidFill>
                  <a:srgbClr val="E6E6E6"/>
                </a:solidFill>
                <a:latin typeface="Times New Roman"/>
                <a:cs typeface="Times New Roman"/>
              </a:rPr>
              <a:t>ve</a:t>
            </a:r>
            <a:r>
              <a:rPr dirty="0" sz="2250" spc="415">
                <a:solidFill>
                  <a:srgbClr val="E6E6E6"/>
                </a:solidFill>
                <a:latin typeface="Times New Roman"/>
                <a:cs typeface="Times New Roman"/>
              </a:rPr>
              <a:t> </a:t>
            </a:r>
            <a:r>
              <a:rPr dirty="0" sz="2250" spc="-20">
                <a:solidFill>
                  <a:srgbClr val="EBEBEB"/>
                </a:solidFill>
                <a:latin typeface="Times New Roman"/>
                <a:cs typeface="Times New Roman"/>
              </a:rPr>
              <a:t>b</a:t>
            </a:r>
            <a:r>
              <a:rPr dirty="0" sz="2250" spc="-275">
                <a:solidFill>
                  <a:srgbClr val="EBEBEB"/>
                </a:solidFill>
                <a:latin typeface="Times New Roman"/>
                <a:cs typeface="Times New Roman"/>
              </a:rPr>
              <a:t> </a:t>
            </a:r>
            <a:r>
              <a:rPr dirty="0" sz="2250" spc="-475">
                <a:solidFill>
                  <a:srgbClr val="E2E2E2"/>
                </a:solidFill>
                <a:latin typeface="Times New Roman"/>
                <a:cs typeface="Times New Roman"/>
              </a:rPr>
              <a:t>i</a:t>
            </a:r>
            <a:r>
              <a:rPr dirty="0" sz="2250">
                <a:solidFill>
                  <a:srgbClr val="E2E2E2"/>
                </a:solidFill>
                <a:latin typeface="Times New Roman"/>
                <a:cs typeface="Times New Roman"/>
              </a:rPr>
              <a:t>	</a:t>
            </a:r>
            <a:r>
              <a:rPr dirty="0" sz="2250" spc="-735">
                <a:solidFill>
                  <a:srgbClr val="EDEDED"/>
                </a:solidFill>
                <a:latin typeface="Times New Roman"/>
                <a:cs typeface="Times New Roman"/>
              </a:rPr>
              <a:t>son</a:t>
            </a:r>
            <a:r>
              <a:rPr dirty="0" sz="2250">
                <a:solidFill>
                  <a:srgbClr val="EDEDED"/>
                </a:solidFill>
                <a:latin typeface="Times New Roman"/>
                <a:cs typeface="Times New Roman"/>
              </a:rPr>
              <a:t>	</a:t>
            </a:r>
            <a:r>
              <a:rPr dirty="0" sz="2250">
                <a:solidFill>
                  <a:srgbClr val="5B6777"/>
                </a:solidFill>
                <a:latin typeface="Times New Roman"/>
                <a:cs typeface="Times New Roman"/>
              </a:rPr>
              <a:t>a</a:t>
            </a:r>
            <a:r>
              <a:rPr dirty="0" sz="2250" spc="-110">
                <a:solidFill>
                  <a:srgbClr val="5B6777"/>
                </a:solidFill>
                <a:latin typeface="Times New Roman"/>
                <a:cs typeface="Times New Roman"/>
              </a:rPr>
              <a:t> </a:t>
            </a:r>
            <a:r>
              <a:rPr dirty="0" sz="2250" spc="-25">
                <a:solidFill>
                  <a:srgbClr val="E2E2E2"/>
                </a:solidFill>
                <a:latin typeface="Times New Roman"/>
                <a:cs typeface="Times New Roman"/>
              </a:rPr>
              <a:t>ki </a:t>
            </a:r>
            <a:r>
              <a:rPr dirty="0" sz="2200">
                <a:solidFill>
                  <a:srgbClr val="E2E2E2"/>
                </a:solidFill>
                <a:latin typeface="Times New Roman"/>
                <a:cs typeface="Times New Roman"/>
              </a:rPr>
              <a:t>m</a:t>
            </a:r>
            <a:r>
              <a:rPr dirty="0" sz="2200" spc="-200">
                <a:solidFill>
                  <a:srgbClr val="E2E2E2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E4E4E4"/>
                </a:solidFill>
                <a:latin typeface="Times New Roman"/>
                <a:cs typeface="Times New Roman"/>
              </a:rPr>
              <a:t>an</a:t>
            </a:r>
            <a:r>
              <a:rPr dirty="0" sz="2200" spc="40">
                <a:solidFill>
                  <a:srgbClr val="E4E4E4"/>
                </a:solidFill>
                <a:latin typeface="Times New Roman"/>
                <a:cs typeface="Times New Roman"/>
              </a:rPr>
              <a:t> </a:t>
            </a:r>
            <a:r>
              <a:rPr dirty="0" sz="2200" spc="-20">
                <a:solidFill>
                  <a:srgbClr val="EBEBEB"/>
                </a:solidFill>
                <a:latin typeface="Times New Roman"/>
                <a:cs typeface="Times New Roman"/>
              </a:rPr>
              <a:t>tı</a:t>
            </a:r>
            <a:r>
              <a:rPr dirty="0" sz="2200" spc="-195">
                <a:solidFill>
                  <a:srgbClr val="EBEBEB"/>
                </a:solidFill>
                <a:latin typeface="Times New Roman"/>
                <a:cs typeface="Times New Roman"/>
              </a:rPr>
              <a:t> </a:t>
            </a:r>
            <a:r>
              <a:rPr dirty="0" sz="2200" spc="55">
                <a:solidFill>
                  <a:srgbClr val="EDEDED"/>
                </a:solidFill>
                <a:latin typeface="Times New Roman"/>
                <a:cs typeface="Times New Roman"/>
              </a:rPr>
              <a:t>ksal</a:t>
            </a:r>
            <a:r>
              <a:rPr dirty="0" sz="2200" spc="375">
                <a:solidFill>
                  <a:srgbClr val="EDEDED"/>
                </a:solidFill>
                <a:latin typeface="Times New Roman"/>
                <a:cs typeface="Times New Roman"/>
              </a:rPr>
              <a:t> </a:t>
            </a:r>
            <a:r>
              <a:rPr dirty="0" sz="2200" spc="70">
                <a:solidFill>
                  <a:srgbClr val="E6E6E6"/>
                </a:solidFill>
                <a:latin typeface="Times New Roman"/>
                <a:cs typeface="Times New Roman"/>
              </a:rPr>
              <a:t>ad</a:t>
            </a:r>
            <a:r>
              <a:rPr dirty="0" sz="2200" spc="50">
                <a:solidFill>
                  <a:srgbClr val="E6E6E6"/>
                </a:solidFill>
                <a:latin typeface="Times New Roman"/>
                <a:cs typeface="Times New Roman"/>
              </a:rPr>
              <a:t> </a:t>
            </a:r>
            <a:r>
              <a:rPr dirty="0" sz="2200" spc="-170">
                <a:solidFill>
                  <a:srgbClr val="DFDFDF"/>
                </a:solidFill>
                <a:latin typeface="Times New Roman"/>
                <a:cs typeface="Times New Roman"/>
              </a:rPr>
              <a:t>Ibil</a:t>
            </a:r>
            <a:r>
              <a:rPr dirty="0" sz="2200" spc="-175">
                <a:solidFill>
                  <a:srgbClr val="DFDFDF"/>
                </a:solidFill>
                <a:latin typeface="Times New Roman"/>
                <a:cs typeface="Times New Roman"/>
              </a:rPr>
              <a:t> </a:t>
            </a:r>
            <a:r>
              <a:rPr dirty="0" sz="2200" spc="-555">
                <a:solidFill>
                  <a:srgbClr val="E1E1E1"/>
                </a:solidFill>
                <a:latin typeface="Times New Roman"/>
                <a:cs typeface="Times New Roman"/>
              </a:rPr>
              <a:t>I</a:t>
            </a:r>
            <a:r>
              <a:rPr dirty="0" sz="2200" spc="335">
                <a:solidFill>
                  <a:srgbClr val="E1E1E1"/>
                </a:solidFill>
                <a:latin typeface="Times New Roman"/>
                <a:cs typeface="Times New Roman"/>
              </a:rPr>
              <a:t> </a:t>
            </a:r>
            <a:r>
              <a:rPr dirty="0" sz="2200" spc="-160" i="1">
                <a:solidFill>
                  <a:srgbClr val="EFEFEF"/>
                </a:solidFill>
                <a:latin typeface="Times New Roman"/>
                <a:cs typeface="Times New Roman"/>
              </a:rPr>
              <a:t>OtO</a:t>
            </a:r>
            <a:r>
              <a:rPr dirty="0" sz="2200" spc="-70" i="1">
                <a:solidFill>
                  <a:srgbClr val="EFEFEF"/>
                </a:solidFill>
                <a:latin typeface="Times New Roman"/>
                <a:cs typeface="Times New Roman"/>
              </a:rPr>
              <a:t> </a:t>
            </a:r>
            <a:r>
              <a:rPr dirty="0" sz="2200" spc="130">
                <a:solidFill>
                  <a:srgbClr val="EDEDED"/>
                </a:solidFill>
                <a:latin typeface="Times New Roman"/>
                <a:cs typeface="Times New Roman"/>
              </a:rPr>
              <a:t>mati</a:t>
            </a:r>
            <a:r>
              <a:rPr dirty="0" sz="2200" spc="-150">
                <a:solidFill>
                  <a:srgbClr val="EDEDED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EDEDED"/>
                </a:solidFill>
                <a:latin typeface="Times New Roman"/>
                <a:cs typeface="Times New Roman"/>
              </a:rPr>
              <a:t>k</a:t>
            </a:r>
            <a:r>
              <a:rPr dirty="0" sz="2200" spc="375">
                <a:solidFill>
                  <a:srgbClr val="EDEDED"/>
                </a:solidFill>
                <a:latin typeface="Times New Roman"/>
                <a:cs typeface="Times New Roman"/>
              </a:rPr>
              <a:t> </a:t>
            </a:r>
            <a:r>
              <a:rPr dirty="0" sz="2200" spc="85">
                <a:solidFill>
                  <a:srgbClr val="E6E6E6"/>
                </a:solidFill>
                <a:latin typeface="Times New Roman"/>
                <a:cs typeface="Times New Roman"/>
              </a:rPr>
              <a:t>kod</a:t>
            </a:r>
            <a:r>
              <a:rPr dirty="0" sz="2200" spc="-120">
                <a:solidFill>
                  <a:srgbClr val="E6E6E6"/>
                </a:solidFill>
                <a:latin typeface="Times New Roman"/>
                <a:cs typeface="Times New Roman"/>
              </a:rPr>
              <a:t> </a:t>
            </a:r>
            <a:r>
              <a:rPr dirty="0" sz="2200" spc="150">
                <a:solidFill>
                  <a:srgbClr val="E4E4E4"/>
                </a:solidFill>
                <a:latin typeface="Times New Roman"/>
                <a:cs typeface="Times New Roman"/>
              </a:rPr>
              <a:t>I</a:t>
            </a:r>
            <a:r>
              <a:rPr dirty="0" sz="2200" spc="150">
                <a:solidFill>
                  <a:srgbClr val="EBEBEB"/>
                </a:solidFill>
                <a:latin typeface="Times New Roman"/>
                <a:cs typeface="Times New Roman"/>
              </a:rPr>
              <a:t>ama.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0470" y="7099260"/>
            <a:ext cx="20083780" cy="1801495"/>
            <a:chOff x="10470" y="7099260"/>
            <a:chExt cx="20083780" cy="1801495"/>
          </a:xfrm>
        </p:grpSpPr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473" y="8020698"/>
              <a:ext cx="575898" cy="575898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0470" y="7099260"/>
              <a:ext cx="20083780" cy="1801495"/>
            </a:xfrm>
            <a:custGeom>
              <a:avLst/>
              <a:gdLst/>
              <a:ahLst/>
              <a:cxnLst/>
              <a:rect l="l" t="t" r="r" b="b"/>
              <a:pathLst>
                <a:path w="20083780" h="1801495">
                  <a:moveTo>
                    <a:pt x="20083153" y="1800992"/>
                  </a:moveTo>
                  <a:lnTo>
                    <a:pt x="0" y="1800992"/>
                  </a:lnTo>
                  <a:lnTo>
                    <a:pt x="0" y="0"/>
                  </a:lnTo>
                  <a:lnTo>
                    <a:pt x="20083153" y="0"/>
                  </a:lnTo>
                  <a:lnTo>
                    <a:pt x="20083153" y="1800992"/>
                  </a:lnTo>
                  <a:close/>
                </a:path>
              </a:pathLst>
            </a:custGeom>
            <a:solidFill>
              <a:srgbClr val="2A4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2370730" y="6731423"/>
            <a:ext cx="4994275" cy="1381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900" spc="-270">
                <a:solidFill>
                  <a:srgbClr val="E6E6E6"/>
                </a:solidFill>
                <a:latin typeface="Cambria"/>
                <a:cs typeface="Cambria"/>
              </a:rPr>
              <a:t>Ekosislemi</a:t>
            </a:r>
            <a:endParaRPr sz="890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286474" y="7702597"/>
            <a:ext cx="4707890" cy="7943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  <a:tabLst>
                <a:tab pos="1375410" algn="l"/>
                <a:tab pos="2202815" algn="l"/>
                <a:tab pos="3672204" algn="l"/>
              </a:tabLst>
            </a:pPr>
            <a:r>
              <a:rPr dirty="0" sz="2400" spc="-10">
                <a:solidFill>
                  <a:srgbClr val="E9E9E9"/>
                </a:solidFill>
                <a:latin typeface="Cambria"/>
                <a:cs typeface="Cambria"/>
              </a:rPr>
              <a:t>Semantik</a:t>
            </a:r>
            <a:r>
              <a:rPr dirty="0" sz="2400">
                <a:solidFill>
                  <a:srgbClr val="E9E9E9"/>
                </a:solidFill>
                <a:latin typeface="Cambria"/>
                <a:cs typeface="Cambria"/>
              </a:rPr>
              <a:t>	</a:t>
            </a:r>
            <a:r>
              <a:rPr dirty="0" sz="2400" spc="-20">
                <a:solidFill>
                  <a:srgbClr val="E6E6E6"/>
                </a:solidFill>
                <a:latin typeface="Cambria"/>
                <a:cs typeface="Cambria"/>
              </a:rPr>
              <a:t>Rap</a:t>
            </a:r>
            <a:r>
              <a:rPr dirty="0" sz="2400" spc="-20">
                <a:solidFill>
                  <a:srgbClr val="DFDFDF"/>
                </a:solidFill>
                <a:latin typeface="Cambria"/>
                <a:cs typeface="Cambria"/>
              </a:rPr>
              <a:t>o</a:t>
            </a:r>
            <a:r>
              <a:rPr dirty="0" sz="2400">
                <a:solidFill>
                  <a:srgbClr val="DFDFDF"/>
                </a:solidFill>
                <a:latin typeface="Cambria"/>
                <a:cs typeface="Cambria"/>
              </a:rPr>
              <a:t>	</a:t>
            </a:r>
            <a:r>
              <a:rPr dirty="0" sz="2400">
                <a:solidFill>
                  <a:srgbClr val="70838A"/>
                </a:solidFill>
                <a:latin typeface="Cambria"/>
                <a:cs typeface="Cambria"/>
              </a:rPr>
              <a:t>I</a:t>
            </a:r>
            <a:r>
              <a:rPr dirty="0" sz="2400">
                <a:solidFill>
                  <a:srgbClr val="E6E6E6"/>
                </a:solidFill>
                <a:latin typeface="Cambria"/>
                <a:cs typeface="Cambria"/>
              </a:rPr>
              <a:t>ama:</a:t>
            </a:r>
            <a:r>
              <a:rPr dirty="0" sz="2400" spc="60">
                <a:solidFill>
                  <a:srgbClr val="E6E6E6"/>
                </a:solidFill>
                <a:latin typeface="Cambria"/>
                <a:cs typeface="Cambria"/>
              </a:rPr>
              <a:t> </a:t>
            </a:r>
            <a:r>
              <a:rPr dirty="0" sz="2400" spc="-25">
                <a:solidFill>
                  <a:srgbClr val="E9E9E9"/>
                </a:solidFill>
                <a:latin typeface="Cambria"/>
                <a:cs typeface="Cambria"/>
              </a:rPr>
              <a:t>Tes</a:t>
            </a:r>
            <a:r>
              <a:rPr dirty="0" sz="2400">
                <a:solidFill>
                  <a:srgbClr val="E9E9E9"/>
                </a:solidFill>
                <a:latin typeface="Cambria"/>
                <a:cs typeface="Cambria"/>
              </a:rPr>
              <a:t>	</a:t>
            </a:r>
            <a:r>
              <a:rPr dirty="0" sz="2400" spc="-10">
                <a:solidFill>
                  <a:srgbClr val="DFDFDF"/>
                </a:solidFill>
                <a:latin typeface="Cambria"/>
                <a:cs typeface="Cambria"/>
              </a:rPr>
              <a:t>so</a:t>
            </a:r>
            <a:r>
              <a:rPr dirty="0" sz="2400" spc="-285">
                <a:solidFill>
                  <a:srgbClr val="DFDFDF"/>
                </a:solidFill>
                <a:latin typeface="Cambria"/>
                <a:cs typeface="Cambria"/>
              </a:rPr>
              <a:t> </a:t>
            </a:r>
            <a:r>
              <a:rPr dirty="0" sz="2400" spc="-235">
                <a:solidFill>
                  <a:srgbClr val="EDEDED"/>
                </a:solidFill>
                <a:latin typeface="Cambria"/>
                <a:cs typeface="Cambria"/>
              </a:rPr>
              <a:t>n</a:t>
            </a:r>
            <a:r>
              <a:rPr dirty="0" sz="2400" spc="-215">
                <a:solidFill>
                  <a:srgbClr val="EDEDED"/>
                </a:solidFill>
                <a:latin typeface="Cambria"/>
                <a:cs typeface="Cambria"/>
              </a:rPr>
              <a:t> </a:t>
            </a:r>
            <a:r>
              <a:rPr dirty="0" sz="2400" spc="-235">
                <a:solidFill>
                  <a:srgbClr val="DFDFDF"/>
                </a:solidFill>
                <a:latin typeface="Cambria"/>
                <a:cs typeface="Cambria"/>
              </a:rPr>
              <a:t>u</a:t>
            </a:r>
            <a:r>
              <a:rPr dirty="0" sz="2400" spc="-260">
                <a:solidFill>
                  <a:srgbClr val="DFDFDF"/>
                </a:solidFill>
                <a:latin typeface="Cambria"/>
                <a:cs typeface="Cambria"/>
              </a:rPr>
              <a:t> </a:t>
            </a:r>
            <a:r>
              <a:rPr dirty="0" sz="2400" spc="-175">
                <a:solidFill>
                  <a:srgbClr val="D1D1D1"/>
                </a:solidFill>
                <a:latin typeface="Cambria"/>
                <a:cs typeface="Cambria"/>
              </a:rPr>
              <a:t>çl</a:t>
            </a:r>
            <a:r>
              <a:rPr dirty="0" sz="2400" spc="-225">
                <a:solidFill>
                  <a:srgbClr val="D1D1D1"/>
                </a:solidFill>
                <a:latin typeface="Cambria"/>
                <a:cs typeface="Cambria"/>
              </a:rPr>
              <a:t> </a:t>
            </a:r>
            <a:r>
              <a:rPr dirty="0" sz="2400" spc="-50">
                <a:solidFill>
                  <a:srgbClr val="E4E4E4"/>
                </a:solidFill>
                <a:latin typeface="Cambria"/>
                <a:cs typeface="Cambria"/>
              </a:rPr>
              <a:t>a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50" spc="-180">
                <a:solidFill>
                  <a:srgbClr val="E4E4E4"/>
                </a:solidFill>
                <a:latin typeface="Consolas"/>
                <a:cs typeface="Consolas"/>
              </a:rPr>
              <a:t>yapay</a:t>
            </a:r>
            <a:r>
              <a:rPr dirty="0" sz="2550" spc="-705">
                <a:solidFill>
                  <a:srgbClr val="E4E4E4"/>
                </a:solidFill>
                <a:latin typeface="Consolas"/>
                <a:cs typeface="Consolas"/>
              </a:rPr>
              <a:t> </a:t>
            </a:r>
            <a:r>
              <a:rPr dirty="0" sz="2550" spc="-260">
                <a:solidFill>
                  <a:srgbClr val="E8E8E8"/>
                </a:solidFill>
                <a:latin typeface="Consolas"/>
                <a:cs typeface="Consolas"/>
              </a:rPr>
              <a:t>zekan‹n</a:t>
            </a:r>
            <a:r>
              <a:rPr dirty="0" sz="2550" spc="-49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2550" spc="-25">
                <a:solidFill>
                  <a:srgbClr val="E2E2E2"/>
                </a:solidFill>
                <a:latin typeface="Consolas"/>
                <a:cs typeface="Consolas"/>
              </a:rPr>
              <a:t>kumeleme</a:t>
            </a:r>
            <a:r>
              <a:rPr dirty="0" sz="2550" spc="-515">
                <a:solidFill>
                  <a:srgbClr val="E2E2E2"/>
                </a:solidFill>
                <a:latin typeface="Consolas"/>
                <a:cs typeface="Consolas"/>
              </a:rPr>
              <a:t> </a:t>
            </a:r>
            <a:r>
              <a:rPr dirty="0" sz="2550" spc="65">
                <a:solidFill>
                  <a:srgbClr val="E8E8E8"/>
                </a:solidFill>
                <a:latin typeface="Consolas"/>
                <a:cs typeface="Consolas"/>
              </a:rPr>
              <a:t>ago</a:t>
            </a:r>
            <a:r>
              <a:rPr dirty="0" sz="2550" spc="-33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2550" spc="95">
                <a:solidFill>
                  <a:srgbClr val="E2E2E2"/>
                </a:solidFill>
                <a:latin typeface="Consolas"/>
                <a:cs typeface="Consolas"/>
              </a:rPr>
              <a:t>i</a:t>
            </a:r>
            <a:r>
              <a:rPr dirty="0" sz="2550" spc="-1215">
                <a:solidFill>
                  <a:srgbClr val="D1D1D1"/>
                </a:solidFill>
                <a:latin typeface="Consolas"/>
                <a:cs typeface="Consolas"/>
              </a:rPr>
              <a:t>ma</a:t>
            </a:r>
            <a:endParaRPr sz="2550">
              <a:latin typeface="Consolas"/>
              <a:cs typeface="Consola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6204795" y="7702597"/>
            <a:ext cx="2333625" cy="7943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00" spc="-75">
                <a:solidFill>
                  <a:srgbClr val="E6E6E6"/>
                </a:solidFill>
                <a:latin typeface="Cambria"/>
                <a:cs typeface="Cambria"/>
              </a:rPr>
              <a:t>ndak</a:t>
            </a:r>
            <a:r>
              <a:rPr dirty="0" sz="2400" spc="15">
                <a:solidFill>
                  <a:srgbClr val="E6E6E6"/>
                </a:solidFill>
                <a:latin typeface="Cambria"/>
                <a:cs typeface="Cambria"/>
              </a:rPr>
              <a:t> </a:t>
            </a:r>
            <a:r>
              <a:rPr dirty="0" sz="2400" spc="875">
                <a:solidFill>
                  <a:srgbClr val="E6E6E6"/>
                </a:solidFill>
                <a:latin typeface="Cambria"/>
                <a:cs typeface="Cambria"/>
              </a:rPr>
              <a:t>ı</a:t>
            </a:r>
            <a:r>
              <a:rPr dirty="0" sz="2400" spc="-95">
                <a:solidFill>
                  <a:srgbClr val="E8E8E8"/>
                </a:solidFill>
                <a:latin typeface="Cambria"/>
                <a:cs typeface="Cambria"/>
              </a:rPr>
              <a:t>anomalileı-</a:t>
            </a:r>
            <a:r>
              <a:rPr dirty="0" sz="2400" spc="-50">
                <a:solidFill>
                  <a:srgbClr val="E8E8E8"/>
                </a:solidFill>
                <a:latin typeface="Cambria"/>
                <a:cs typeface="Cambria"/>
              </a:rPr>
              <a:t>i</a:t>
            </a:r>
            <a:endParaRPr sz="2400">
              <a:latin typeface="Cambria"/>
              <a:cs typeface="Cambria"/>
            </a:endParaRPr>
          </a:p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 sz="2550" spc="-210">
                <a:solidFill>
                  <a:srgbClr val="E2E2E2"/>
                </a:solidFill>
                <a:latin typeface="Consolas"/>
                <a:cs typeface="Consolas"/>
              </a:rPr>
              <a:t>a</a:t>
            </a:r>
            <a:r>
              <a:rPr dirty="0" sz="2550" spc="-490">
                <a:solidFill>
                  <a:srgbClr val="E2E2E2"/>
                </a:solidFill>
                <a:latin typeface="Consolas"/>
                <a:cs typeface="Consolas"/>
              </a:rPr>
              <a:t> </a:t>
            </a:r>
            <a:r>
              <a:rPr dirty="0" sz="2550" spc="-25">
                <a:solidFill>
                  <a:srgbClr val="E4E4E4"/>
                </a:solidFill>
                <a:latin typeface="Consolas"/>
                <a:cs typeface="Consolas"/>
              </a:rPr>
              <a:t>‹ya</a:t>
            </a:r>
            <a:endParaRPr sz="2550">
              <a:latin typeface="Consolas"/>
              <a:cs typeface="Consola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1286621" y="8503474"/>
            <a:ext cx="5608955" cy="3860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14325" algn="l"/>
                <a:tab pos="1329055" algn="l"/>
                <a:tab pos="1842135" algn="l"/>
                <a:tab pos="2493645" algn="l"/>
                <a:tab pos="3670935" algn="l"/>
              </a:tabLst>
            </a:pPr>
            <a:r>
              <a:rPr dirty="0" sz="2350" spc="5">
                <a:solidFill>
                  <a:srgbClr val="E8E8E8"/>
                </a:solidFill>
                <a:latin typeface="Cambria"/>
                <a:cs typeface="Cambria"/>
              </a:rPr>
              <a:t>g</a:t>
            </a:r>
            <a:r>
              <a:rPr dirty="0" sz="2350">
                <a:solidFill>
                  <a:srgbClr val="E8E8E8"/>
                </a:solidFill>
                <a:latin typeface="Cambria"/>
                <a:cs typeface="Cambria"/>
              </a:rPr>
              <a:t>	</a:t>
            </a:r>
            <a:r>
              <a:rPr dirty="0" sz="2350" spc="-10">
                <a:solidFill>
                  <a:srgbClr val="E8E8E8"/>
                </a:solidFill>
                <a:latin typeface="Cambria"/>
                <a:cs typeface="Cambria"/>
              </a:rPr>
              <a:t>uplaya</a:t>
            </a:r>
            <a:r>
              <a:rPr dirty="0" sz="2350">
                <a:solidFill>
                  <a:srgbClr val="E8E8E8"/>
                </a:solidFill>
                <a:latin typeface="Cambria"/>
                <a:cs typeface="Cambria"/>
              </a:rPr>
              <a:t>	</a:t>
            </a:r>
            <a:r>
              <a:rPr dirty="0" sz="2350" spc="-25">
                <a:solidFill>
                  <a:srgbClr val="E4E4E4"/>
                </a:solidFill>
                <a:latin typeface="Cambria"/>
                <a:cs typeface="Cambria"/>
              </a:rPr>
              <a:t>ak</a:t>
            </a:r>
            <a:r>
              <a:rPr dirty="0" sz="2350">
                <a:solidFill>
                  <a:srgbClr val="E4E4E4"/>
                </a:solidFill>
                <a:latin typeface="Cambria"/>
                <a:cs typeface="Cambria"/>
              </a:rPr>
              <a:t>	</a:t>
            </a:r>
            <a:r>
              <a:rPr dirty="0" sz="2350" spc="45">
                <a:solidFill>
                  <a:srgbClr val="E8E8E8"/>
                </a:solidFill>
                <a:latin typeface="Cambria"/>
                <a:cs typeface="Cambria"/>
              </a:rPr>
              <a:t>apo</a:t>
            </a:r>
            <a:r>
              <a:rPr dirty="0" sz="2350">
                <a:solidFill>
                  <a:srgbClr val="E8E8E8"/>
                </a:solidFill>
                <a:latin typeface="Cambria"/>
                <a:cs typeface="Cambria"/>
              </a:rPr>
              <a:t>	</a:t>
            </a:r>
            <a:r>
              <a:rPr dirty="0" sz="2350">
                <a:solidFill>
                  <a:srgbClr val="E4E4E4"/>
                </a:solidFill>
                <a:latin typeface="Cambria"/>
                <a:cs typeface="Cambria"/>
              </a:rPr>
              <a:t>lama</a:t>
            </a:r>
            <a:r>
              <a:rPr dirty="0" sz="2350" spc="350">
                <a:solidFill>
                  <a:srgbClr val="E4E4E4"/>
                </a:solidFill>
                <a:latin typeface="Cambria"/>
                <a:cs typeface="Cambria"/>
              </a:rPr>
              <a:t> </a:t>
            </a:r>
            <a:r>
              <a:rPr dirty="0" sz="2350" spc="-25">
                <a:solidFill>
                  <a:srgbClr val="E4E4E4"/>
                </a:solidFill>
                <a:latin typeface="Cambria"/>
                <a:cs typeface="Cambria"/>
              </a:rPr>
              <a:t>su</a:t>
            </a:r>
            <a:r>
              <a:rPr dirty="0" sz="2350">
                <a:solidFill>
                  <a:srgbClr val="E4E4E4"/>
                </a:solidFill>
                <a:latin typeface="Cambria"/>
                <a:cs typeface="Cambria"/>
              </a:rPr>
              <a:t>	</a:t>
            </a:r>
            <a:r>
              <a:rPr dirty="0" sz="2350">
                <a:solidFill>
                  <a:srgbClr val="E6E6E6"/>
                </a:solidFill>
                <a:latin typeface="Cambria"/>
                <a:cs typeface="Cambria"/>
              </a:rPr>
              <a:t>e</a:t>
            </a:r>
            <a:r>
              <a:rPr dirty="0" sz="2350">
                <a:solidFill>
                  <a:srgbClr val="E4E4E4"/>
                </a:solidFill>
                <a:latin typeface="Cambria"/>
                <a:cs typeface="Cambria"/>
              </a:rPr>
              <a:t>sini</a:t>
            </a:r>
            <a:r>
              <a:rPr dirty="0" sz="2350" spc="459">
                <a:solidFill>
                  <a:srgbClr val="E4E4E4"/>
                </a:solidFill>
                <a:latin typeface="Cambria"/>
                <a:cs typeface="Cambria"/>
              </a:rPr>
              <a:t> </a:t>
            </a:r>
            <a:r>
              <a:rPr dirty="0" sz="2350" spc="-45">
                <a:solidFill>
                  <a:srgbClr val="E9E9E9"/>
                </a:solidFill>
                <a:latin typeface="Cambria"/>
                <a:cs typeface="Cambria"/>
              </a:rPr>
              <a:t>kısaltm</a:t>
            </a:r>
            <a:r>
              <a:rPr dirty="0" sz="2350" spc="-125">
                <a:solidFill>
                  <a:srgbClr val="E9E9E9"/>
                </a:solidFill>
                <a:latin typeface="Cambria"/>
                <a:cs typeface="Cambria"/>
              </a:rPr>
              <a:t> </a:t>
            </a:r>
            <a:r>
              <a:rPr dirty="0" sz="2350" spc="35">
                <a:solidFill>
                  <a:srgbClr val="EBEBEB"/>
                </a:solidFill>
                <a:latin typeface="Cambria"/>
                <a:cs typeface="Cambria"/>
              </a:rPr>
              <a:t>a.</a:t>
            </a:r>
            <a:endParaRPr sz="23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470" y="2314065"/>
            <a:ext cx="20093940" cy="502920"/>
            <a:chOff x="10470" y="2314065"/>
            <a:chExt cx="20093940" cy="50292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3346" y="2335007"/>
              <a:ext cx="12753538" cy="47118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70" y="2314065"/>
              <a:ext cx="20093629" cy="502602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52485" y="3957994"/>
            <a:ext cx="6649012" cy="170675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69579" y="7528566"/>
            <a:ext cx="2073235" cy="17800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18530" y="6701366"/>
            <a:ext cx="596840" cy="59684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60910" y="6806075"/>
            <a:ext cx="1109913" cy="146592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360910" y="7088789"/>
            <a:ext cx="1141326" cy="19894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360910" y="7539037"/>
            <a:ext cx="2031351" cy="198946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371381" y="7821751"/>
            <a:ext cx="1748637" cy="76437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952485" y="4052232"/>
            <a:ext cx="6690895" cy="296326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06258" y="6732778"/>
            <a:ext cx="628253" cy="554956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759108" y="6921255"/>
            <a:ext cx="2125589" cy="314126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780050" y="7769397"/>
            <a:ext cx="1905701" cy="324597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10470" y="3172678"/>
            <a:ext cx="20083780" cy="7403465"/>
            <a:chOff x="10470" y="3172678"/>
            <a:chExt cx="20083780" cy="7403465"/>
          </a:xfrm>
        </p:grpSpPr>
        <p:pic>
          <p:nvPicPr>
            <p:cNvPr id="17" name="object 1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125224" y="7277265"/>
              <a:ext cx="4638602" cy="2722430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0470" y="3172678"/>
              <a:ext cx="20083780" cy="7403465"/>
            </a:xfrm>
            <a:custGeom>
              <a:avLst/>
              <a:gdLst/>
              <a:ahLst/>
              <a:cxnLst/>
              <a:rect l="l" t="t" r="r" b="b"/>
              <a:pathLst>
                <a:path w="20083780" h="7403465">
                  <a:moveTo>
                    <a:pt x="20083153" y="7402914"/>
                  </a:moveTo>
                  <a:lnTo>
                    <a:pt x="0" y="7402914"/>
                  </a:lnTo>
                  <a:lnTo>
                    <a:pt x="0" y="0"/>
                  </a:lnTo>
                  <a:lnTo>
                    <a:pt x="20083153" y="0"/>
                  </a:lnTo>
                  <a:lnTo>
                    <a:pt x="20083153" y="7402914"/>
                  </a:lnTo>
                  <a:close/>
                </a:path>
              </a:pathLst>
            </a:custGeom>
            <a:solidFill>
              <a:srgbClr val="2A4B6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92675" algn="l"/>
              </a:tabLst>
            </a:pPr>
            <a:r>
              <a:rPr dirty="0" spc="-280"/>
              <a:t>Yapay</a:t>
            </a:r>
            <a:r>
              <a:rPr dirty="0" spc="-95"/>
              <a:t> </a:t>
            </a:r>
            <a:r>
              <a:rPr dirty="0" spc="-380">
                <a:solidFill>
                  <a:srgbClr val="E9E9E9"/>
                </a:solidFill>
              </a:rPr>
              <a:t>zeka</a:t>
            </a:r>
            <a:r>
              <a:rPr dirty="0" spc="114">
                <a:solidFill>
                  <a:srgbClr val="E9E9E9"/>
                </a:solidFill>
              </a:rPr>
              <a:t> </a:t>
            </a:r>
            <a:r>
              <a:rPr dirty="0" spc="-190"/>
              <a:t>ile</a:t>
            </a:r>
            <a:r>
              <a:rPr dirty="0" spc="-140"/>
              <a:t> </a:t>
            </a:r>
            <a:r>
              <a:rPr dirty="0" spc="-300">
                <a:solidFill>
                  <a:srgbClr val="EDEDED"/>
                </a:solidFill>
              </a:rPr>
              <a:t>döngüse</a:t>
            </a:r>
            <a:r>
              <a:rPr dirty="0">
                <a:solidFill>
                  <a:srgbClr val="EDEDED"/>
                </a:solidFill>
              </a:rPr>
              <a:t>	</a:t>
            </a:r>
            <a:r>
              <a:rPr dirty="0" spc="-300">
                <a:solidFill>
                  <a:srgbClr val="EBEBEB"/>
                </a:solidFill>
              </a:rPr>
              <a:t>bi</a:t>
            </a:r>
          </a:p>
        </p:txBody>
      </p:sp>
      <p:sp>
        <p:nvSpPr>
          <p:cNvPr id="20" name="object 20" descr=""/>
          <p:cNvSpPr txBox="1"/>
          <p:nvPr/>
        </p:nvSpPr>
        <p:spPr>
          <a:xfrm>
            <a:off x="7408802" y="3199389"/>
            <a:ext cx="4754245" cy="581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650" spc="-254">
                <a:solidFill>
                  <a:srgbClr val="E8E8E8"/>
                </a:solidFill>
                <a:latin typeface="Lucida Sans Unicode"/>
                <a:cs typeface="Lucida Sans Unicode"/>
              </a:rPr>
              <a:t>akıllı</a:t>
            </a:r>
            <a:r>
              <a:rPr dirty="0" sz="3650" spc="-114">
                <a:solidFill>
                  <a:srgbClr val="E8E8E8"/>
                </a:solidFill>
                <a:latin typeface="Lucida Sans Unicode"/>
                <a:cs typeface="Lucida Sans Unicode"/>
              </a:rPr>
              <a:t> </a:t>
            </a:r>
            <a:r>
              <a:rPr dirty="0" sz="3650" spc="-130">
                <a:solidFill>
                  <a:srgbClr val="E8E8E8"/>
                </a:solidFill>
                <a:latin typeface="Lucida Sans Unicode"/>
                <a:cs typeface="Lucida Sans Unicode"/>
              </a:rPr>
              <a:t>sis </a:t>
            </a:r>
            <a:r>
              <a:rPr dirty="0" sz="3650" spc="-235">
                <a:solidFill>
                  <a:srgbClr val="E4E4E4"/>
                </a:solidFill>
                <a:latin typeface="Lucida Sans Unicode"/>
                <a:cs typeface="Lucida Sans Unicode"/>
              </a:rPr>
              <a:t>eme</a:t>
            </a:r>
            <a:r>
              <a:rPr dirty="0" sz="3650" spc="-195">
                <a:solidFill>
                  <a:srgbClr val="E4E4E4"/>
                </a:solidFill>
                <a:latin typeface="Lucida Sans Unicode"/>
                <a:cs typeface="Lucida Sans Unicode"/>
              </a:rPr>
              <a:t> </a:t>
            </a:r>
            <a:r>
              <a:rPr dirty="0" sz="3650" spc="-190">
                <a:solidFill>
                  <a:srgbClr val="E6E6E6"/>
                </a:solidFill>
                <a:latin typeface="Lucida Sans Unicode"/>
                <a:cs typeface="Lucida Sans Unicode"/>
              </a:rPr>
              <a:t>dönüşü</a:t>
            </a:r>
            <a:r>
              <a:rPr dirty="0" sz="3650" spc="-190">
                <a:solidFill>
                  <a:srgbClr val="E2E2E2"/>
                </a:solidFill>
                <a:latin typeface="Lucida Sans Unicode"/>
                <a:cs typeface="Lucida Sans Unicode"/>
              </a:rPr>
              <a:t>m.</a:t>
            </a:r>
            <a:endParaRPr sz="3650">
              <a:latin typeface="Lucida Sans Unicode"/>
              <a:cs typeface="Lucida Sans Unicode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543630" y="7443443"/>
            <a:ext cx="2096135" cy="50228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100" spc="-10">
                <a:solidFill>
                  <a:srgbClr val="EDEDED"/>
                </a:solidFill>
                <a:latin typeface="Lucida Sans Unicode"/>
                <a:cs typeface="Lucida Sans Unicode"/>
              </a:rPr>
              <a:t>Sentezeme</a:t>
            </a:r>
            <a:endParaRPr sz="3100">
              <a:latin typeface="Lucida Sans Unicode"/>
              <a:cs typeface="Lucida Sans Unicode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556554" y="8488059"/>
            <a:ext cx="28575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dirty="0" sz="1000" spc="-340">
                <a:solidFill>
                  <a:srgbClr val="95A5B8"/>
                </a:solidFill>
                <a:latin typeface="Lucida Sans Unicode"/>
                <a:cs typeface="Lucida Sans Unicode"/>
              </a:rPr>
              <a:t>Q</a:t>
            </a:r>
            <a:r>
              <a:rPr dirty="0" sz="1000">
                <a:solidFill>
                  <a:srgbClr val="95A5B8"/>
                </a:solidFill>
                <a:latin typeface="Lucida Sans Unicode"/>
                <a:cs typeface="Lucida Sans Unicode"/>
              </a:rPr>
              <a:t>	</a:t>
            </a:r>
            <a:r>
              <a:rPr dirty="0" sz="1000" spc="-80">
                <a:solidFill>
                  <a:srgbClr val="DADADA"/>
                </a:solidFill>
                <a:latin typeface="Lucida Sans Unicode"/>
                <a:cs typeface="Lucida Sans Unicode"/>
              </a:rPr>
              <a:t>”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088736" y="8488059"/>
            <a:ext cx="8699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10">
                <a:solidFill>
                  <a:srgbClr val="CFE1F2"/>
                </a:solidFill>
                <a:latin typeface="Lucida Sans Unicode"/>
                <a:cs typeface="Lucida Sans Unicode"/>
              </a:rPr>
              <a:t>1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305146" y="8006834"/>
            <a:ext cx="713740" cy="6597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  <a:tabLst>
                <a:tab pos="580390" algn="l"/>
              </a:tabLst>
            </a:pPr>
            <a:r>
              <a:rPr dirty="0" sz="2550" spc="-350">
                <a:solidFill>
                  <a:srgbClr val="DFDFDF"/>
                </a:solidFill>
                <a:latin typeface="Lucida Sans Unicode"/>
                <a:cs typeface="Lucida Sans Unicode"/>
              </a:rPr>
              <a:t>›‹.</a:t>
            </a:r>
            <a:r>
              <a:rPr dirty="0" sz="2550">
                <a:solidFill>
                  <a:srgbClr val="DFDFDF"/>
                </a:solidFill>
                <a:latin typeface="Lucida Sans Unicode"/>
                <a:cs typeface="Lucida Sans Unicode"/>
              </a:rPr>
              <a:t>	</a:t>
            </a:r>
            <a:r>
              <a:rPr dirty="0" sz="2550" spc="-545">
                <a:solidFill>
                  <a:srgbClr val="E2E2E2"/>
                </a:solidFill>
                <a:latin typeface="Lucida Sans Unicode"/>
                <a:cs typeface="Lucida Sans Unicode"/>
              </a:rPr>
              <a:t>«</a:t>
            </a:r>
            <a:endParaRPr sz="2550">
              <a:latin typeface="Lucida Sans Unicode"/>
              <a:cs typeface="Lucida Sans Unicode"/>
            </a:endParaRPr>
          </a:p>
          <a:p>
            <a:pPr algn="ctr" marL="46990">
              <a:lnSpc>
                <a:spcPct val="100000"/>
              </a:lnSpc>
              <a:spcBef>
                <a:spcPts val="715"/>
              </a:spcBef>
              <a:tabLst>
                <a:tab pos="469265" algn="l"/>
              </a:tabLst>
            </a:pPr>
            <a:r>
              <a:rPr dirty="0" sz="1000" spc="-50">
                <a:solidFill>
                  <a:srgbClr val="DDDDDD"/>
                </a:solidFill>
                <a:latin typeface="Lucida Sans Unicode"/>
                <a:cs typeface="Lucida Sans Unicode"/>
              </a:rPr>
              <a:t>t</a:t>
            </a:r>
            <a:r>
              <a:rPr dirty="0" sz="1000">
                <a:solidFill>
                  <a:srgbClr val="DDDDDD"/>
                </a:solidFill>
                <a:latin typeface="Lucida Sans Unicode"/>
                <a:cs typeface="Lucida Sans Unicode"/>
              </a:rPr>
              <a:t>	</a:t>
            </a:r>
            <a:r>
              <a:rPr dirty="0" sz="1000" spc="-375">
                <a:solidFill>
                  <a:srgbClr val="D6D6D6"/>
                </a:solidFill>
                <a:latin typeface="Lucida Sans Unicode"/>
                <a:cs typeface="Lucida Sans Unicode"/>
              </a:rPr>
              <a:t>U</a:t>
            </a:r>
            <a:endParaRPr sz="1000">
              <a:latin typeface="Lucida Sans Unicode"/>
              <a:cs typeface="Lucida Sans Unicode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10470" y="10607006"/>
            <a:ext cx="20093940" cy="31750"/>
            <a:chOff x="10470" y="10607006"/>
            <a:chExt cx="20093940" cy="31750"/>
          </a:xfrm>
        </p:grpSpPr>
        <p:pic>
          <p:nvPicPr>
            <p:cNvPr id="26" name="object 2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470" y="10607006"/>
              <a:ext cx="20093629" cy="31412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470" y="10607006"/>
              <a:ext cx="20093629" cy="314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0" y="7235381"/>
            <a:ext cx="20093629" cy="52354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24110" y="5549569"/>
            <a:ext cx="1371685" cy="99473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95422" y="3423979"/>
            <a:ext cx="1329802" cy="1120384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7413387" y="2502541"/>
            <a:ext cx="1497965" cy="1874520"/>
            <a:chOff x="7413387" y="2502541"/>
            <a:chExt cx="1497965" cy="1874520"/>
          </a:xfrm>
        </p:grpSpPr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22804" y="3036556"/>
              <a:ext cx="1287918" cy="1340273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13387" y="2502541"/>
              <a:ext cx="376951" cy="1026146"/>
            </a:xfrm>
            <a:prstGeom prst="rect">
              <a:avLst/>
            </a:prstGeom>
          </p:spPr>
        </p:pic>
      </p:grpSp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428758" y="1193680"/>
            <a:ext cx="219888" cy="366480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10470" y="575898"/>
            <a:ext cx="20093940" cy="5979160"/>
            <a:chOff x="10470" y="575898"/>
            <a:chExt cx="20093940" cy="5979160"/>
          </a:xfrm>
        </p:grpSpPr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88972" y="586369"/>
              <a:ext cx="16910479" cy="5570511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470" y="575898"/>
              <a:ext cx="20093629" cy="5978875"/>
            </a:xfrm>
            <a:prstGeom prst="rect">
              <a:avLst/>
            </a:prstGeom>
          </p:spPr>
        </p:pic>
      </p:grpSp>
      <p:grpSp>
        <p:nvGrpSpPr>
          <p:cNvPr id="12" name="object 12" descr=""/>
          <p:cNvGrpSpPr/>
          <p:nvPr/>
        </p:nvGrpSpPr>
        <p:grpSpPr>
          <a:xfrm>
            <a:off x="10470" y="8690834"/>
            <a:ext cx="20083780" cy="1497965"/>
            <a:chOff x="10470" y="8690834"/>
            <a:chExt cx="20083780" cy="1497965"/>
          </a:xfrm>
        </p:grpSpPr>
        <p:sp>
          <p:nvSpPr>
            <p:cNvPr id="13" name="object 13" descr=""/>
            <p:cNvSpPr/>
            <p:nvPr/>
          </p:nvSpPr>
          <p:spPr>
            <a:xfrm>
              <a:off x="10470" y="8690834"/>
              <a:ext cx="20083780" cy="356235"/>
            </a:xfrm>
            <a:custGeom>
              <a:avLst/>
              <a:gdLst/>
              <a:ahLst/>
              <a:cxnLst/>
              <a:rect l="l" t="t" r="r" b="b"/>
              <a:pathLst>
                <a:path w="20083780" h="356234">
                  <a:moveTo>
                    <a:pt x="20083153" y="356010"/>
                  </a:moveTo>
                  <a:lnTo>
                    <a:pt x="0" y="356010"/>
                  </a:lnTo>
                  <a:lnTo>
                    <a:pt x="0" y="0"/>
                  </a:lnTo>
                  <a:lnTo>
                    <a:pt x="20083153" y="0"/>
                  </a:lnTo>
                  <a:lnTo>
                    <a:pt x="20083153" y="356010"/>
                  </a:lnTo>
                  <a:close/>
                </a:path>
              </a:pathLst>
            </a:custGeom>
            <a:solidFill>
              <a:srgbClr val="2A4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0470" y="9088728"/>
              <a:ext cx="20083780" cy="1099820"/>
            </a:xfrm>
            <a:custGeom>
              <a:avLst/>
              <a:gdLst/>
              <a:ahLst/>
              <a:cxnLst/>
              <a:rect l="l" t="t" r="r" b="b"/>
              <a:pathLst>
                <a:path w="20083780" h="1099820">
                  <a:moveTo>
                    <a:pt x="20083153" y="1099442"/>
                  </a:moveTo>
                  <a:lnTo>
                    <a:pt x="0" y="1099442"/>
                  </a:lnTo>
                  <a:lnTo>
                    <a:pt x="0" y="0"/>
                  </a:lnTo>
                  <a:lnTo>
                    <a:pt x="20083153" y="0"/>
                  </a:lnTo>
                  <a:lnTo>
                    <a:pt x="20083153" y="1099442"/>
                  </a:lnTo>
                  <a:close/>
                </a:path>
              </a:pathLst>
            </a:custGeom>
            <a:solidFill>
              <a:srgbClr val="2A49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305288" y="8528649"/>
            <a:ext cx="2968625" cy="1393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74295" marR="5080" indent="-62230">
              <a:lnSpc>
                <a:spcPct val="114799"/>
              </a:lnSpc>
              <a:spcBef>
                <a:spcPts val="100"/>
              </a:spcBef>
            </a:pPr>
            <a:r>
              <a:rPr dirty="0" sz="2750">
                <a:solidFill>
                  <a:srgbClr val="F0F0F0"/>
                </a:solidFill>
                <a:latin typeface="Lucida Sans Unicode"/>
                <a:cs typeface="Lucida Sans Unicode"/>
              </a:rPr>
              <a:t>Be</a:t>
            </a:r>
            <a:r>
              <a:rPr dirty="0" sz="2750" spc="-14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315">
                <a:solidFill>
                  <a:srgbClr val="E6E6E6"/>
                </a:solidFill>
                <a:latin typeface="Lucida Sans Unicode"/>
                <a:cs typeface="Lucida Sans Unicode"/>
              </a:rPr>
              <a:t>on</a:t>
            </a:r>
            <a:r>
              <a:rPr dirty="0" sz="2750" spc="95">
                <a:solidFill>
                  <a:srgbClr val="E6E6E6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165">
                <a:solidFill>
                  <a:srgbClr val="E9E9E9"/>
                </a:solidFill>
                <a:latin typeface="Lucida Sans Unicode"/>
                <a:cs typeface="Lucida Sans Unicode"/>
              </a:rPr>
              <a:t>id'si</a:t>
            </a:r>
            <a:r>
              <a:rPr dirty="0" sz="2750" spc="20">
                <a:solidFill>
                  <a:srgbClr val="E9E9E9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120">
                <a:solidFill>
                  <a:srgbClr val="E9E9E9"/>
                </a:solidFill>
                <a:latin typeface="Lucida Sans Unicode"/>
                <a:cs typeface="Lucida Sans Unicode"/>
              </a:rPr>
              <a:t>debit</a:t>
            </a:r>
            <a:r>
              <a:rPr dirty="0" sz="2750" spc="105">
                <a:solidFill>
                  <a:srgbClr val="E9E9E9"/>
                </a:solidFill>
                <a:latin typeface="Lucida Sans Unicode"/>
                <a:cs typeface="Lucida Sans Unicode"/>
              </a:rPr>
              <a:t> </a:t>
            </a:r>
            <a:r>
              <a:rPr dirty="0" sz="2750">
                <a:solidFill>
                  <a:srgbClr val="EDEDED"/>
                </a:solidFill>
                <a:latin typeface="Lucida Sans Unicode"/>
                <a:cs typeface="Lucida Sans Unicode"/>
              </a:rPr>
              <a:t>i</a:t>
            </a:r>
            <a:r>
              <a:rPr dirty="0" sz="2750" spc="409">
                <a:solidFill>
                  <a:srgbClr val="EDEDED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380">
                <a:solidFill>
                  <a:srgbClr val="EDEDED"/>
                </a:solidFill>
                <a:latin typeface="Lucida Sans Unicode"/>
                <a:cs typeface="Lucida Sans Unicode"/>
              </a:rPr>
              <a:t>i </a:t>
            </a:r>
            <a:r>
              <a:rPr dirty="0" sz="2450">
                <a:solidFill>
                  <a:srgbClr val="E9E9E9"/>
                </a:solidFill>
                <a:latin typeface="Lucida Sans Unicode"/>
                <a:cs typeface="Lucida Sans Unicode"/>
              </a:rPr>
              <a:t>ye</a:t>
            </a:r>
            <a:r>
              <a:rPr dirty="0" sz="2450" spc="100">
                <a:solidFill>
                  <a:srgbClr val="E9E9E9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80">
                <a:solidFill>
                  <a:srgbClr val="E9E9E9"/>
                </a:solidFill>
                <a:latin typeface="Lucida Sans Unicode"/>
                <a:cs typeface="Lucida Sans Unicode"/>
              </a:rPr>
              <a:t>e</a:t>
            </a:r>
            <a:r>
              <a:rPr dirty="0" sz="2450" spc="85">
                <a:solidFill>
                  <a:srgbClr val="E9E9E9"/>
                </a:solidFill>
                <a:latin typeface="Lucida Sans Unicode"/>
                <a:cs typeface="Lucida Sans Unicode"/>
              </a:rPr>
              <a:t> </a:t>
            </a:r>
            <a:r>
              <a:rPr dirty="0" sz="2450">
                <a:solidFill>
                  <a:srgbClr val="EDEDED"/>
                </a:solidFill>
                <a:latin typeface="Lucida Sans Unicode"/>
                <a:cs typeface="Lucida Sans Unicode"/>
              </a:rPr>
              <a:t>si</a:t>
            </a:r>
            <a:r>
              <a:rPr dirty="0" sz="2450" spc="100">
                <a:solidFill>
                  <a:srgbClr val="EDEDED"/>
                </a:solidFill>
                <a:latin typeface="Lucida Sans Unicode"/>
                <a:cs typeface="Lucida Sans Unicode"/>
              </a:rPr>
              <a:t>  </a:t>
            </a:r>
            <a:r>
              <a:rPr dirty="0" sz="2450">
                <a:solidFill>
                  <a:srgbClr val="EDEDED"/>
                </a:solidFill>
                <a:latin typeface="Lucida Sans Unicode"/>
                <a:cs typeface="Lucida Sans Unicode"/>
              </a:rPr>
              <a:t>kal</a:t>
            </a:r>
            <a:r>
              <a:rPr dirty="0" sz="2450">
                <a:solidFill>
                  <a:srgbClr val="667587"/>
                </a:solidFill>
                <a:latin typeface="Lucida Sans Unicode"/>
                <a:cs typeface="Lucida Sans Unicode"/>
              </a:rPr>
              <a:t>ı</a:t>
            </a:r>
            <a:r>
              <a:rPr dirty="0" sz="2450" spc="310">
                <a:solidFill>
                  <a:srgbClr val="667587"/>
                </a:solidFill>
                <a:latin typeface="Lucida Sans Unicode"/>
                <a:cs typeface="Lucida Sans Unicode"/>
              </a:rPr>
              <a:t> </a:t>
            </a:r>
            <a:r>
              <a:rPr dirty="0" sz="2450">
                <a:solidFill>
                  <a:srgbClr val="E2E2E2"/>
                </a:solidFill>
                <a:latin typeface="Lucida Sans Unicode"/>
                <a:cs typeface="Lucida Sans Unicode"/>
              </a:rPr>
              <a:t>sa</a:t>
            </a:r>
            <a:r>
              <a:rPr dirty="0" sz="2450" spc="55">
                <a:solidFill>
                  <a:srgbClr val="E2E2E2"/>
                </a:solidFill>
                <a:latin typeface="Lucida Sans Unicode"/>
                <a:cs typeface="Lucida Sans Unicode"/>
              </a:rPr>
              <a:t>  </a:t>
            </a:r>
            <a:r>
              <a:rPr dirty="0" sz="2450" spc="-25">
                <a:solidFill>
                  <a:srgbClr val="E8E8E8"/>
                </a:solidFill>
                <a:latin typeface="Lucida Sans Unicode"/>
                <a:cs typeface="Lucida Sans Unicode"/>
              </a:rPr>
              <a:t>es </a:t>
            </a:r>
            <a:r>
              <a:rPr dirty="0" sz="2600" spc="-50">
                <a:solidFill>
                  <a:srgbClr val="E8E8E8"/>
                </a:solidFill>
                <a:latin typeface="Lucida Sans Unicode"/>
                <a:cs typeface="Lucida Sans Unicode"/>
              </a:rPr>
              <a:t>sadece</a:t>
            </a:r>
            <a:r>
              <a:rPr dirty="0" sz="2600" spc="-160">
                <a:solidFill>
                  <a:srgbClr val="E8E8E8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D8D8D8"/>
                </a:solidFill>
                <a:latin typeface="Lucida Sans Unicode"/>
                <a:cs typeface="Lucida Sans Unicode"/>
              </a:rPr>
              <a:t>'T</a:t>
            </a:r>
            <a:r>
              <a:rPr dirty="0" sz="2600">
                <a:solidFill>
                  <a:srgbClr val="EBEBEB"/>
                </a:solidFill>
                <a:latin typeface="Lucida Sans Unicode"/>
                <a:cs typeface="Lucida Sans Unicode"/>
              </a:rPr>
              <a:t>ı</a:t>
            </a:r>
            <a:r>
              <a:rPr dirty="0" sz="2600" spc="200">
                <a:solidFill>
                  <a:srgbClr val="EBEBEB"/>
                </a:solidFill>
                <a:latin typeface="Lucida Sans Unicode"/>
                <a:cs typeface="Lucida Sans Unicode"/>
              </a:rPr>
              <a:t>  </a:t>
            </a:r>
            <a:r>
              <a:rPr dirty="0" sz="2600">
                <a:solidFill>
                  <a:srgbClr val="EBEBEB"/>
                </a:solidFill>
                <a:latin typeface="Lucida Sans Unicode"/>
                <a:cs typeface="Lucida Sans Unicode"/>
              </a:rPr>
              <a:t>eo</a:t>
            </a:r>
            <a:r>
              <a:rPr dirty="0" sz="2600" spc="575">
                <a:solidFill>
                  <a:srgbClr val="EBEBEB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EBEBEB"/>
                </a:solidFill>
                <a:latin typeface="Lucida Sans Unicode"/>
                <a:cs typeface="Lucida Sans Unicode"/>
              </a:rPr>
              <a:t>t</a:t>
            </a:r>
            <a:r>
              <a:rPr dirty="0" sz="2600" spc="-210">
                <a:solidFill>
                  <a:srgbClr val="EBEBEB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50">
                <a:solidFill>
                  <a:srgbClr val="E8E8E8"/>
                </a:solidFill>
                <a:latin typeface="Lucida Sans Unicode"/>
                <a:cs typeface="Lucida Sans Unicode"/>
              </a:rPr>
              <a:t>E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333775" y="8528649"/>
            <a:ext cx="4787900" cy="1393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72390">
              <a:lnSpc>
                <a:spcPct val="114799"/>
              </a:lnSpc>
              <a:spcBef>
                <a:spcPts val="100"/>
              </a:spcBef>
              <a:tabLst>
                <a:tab pos="671195" algn="l"/>
                <a:tab pos="860425" algn="l"/>
                <a:tab pos="1190625" algn="l"/>
                <a:tab pos="1428750" algn="l"/>
                <a:tab pos="2588260" algn="l"/>
                <a:tab pos="3670935" algn="l"/>
                <a:tab pos="4262755" algn="l"/>
                <a:tab pos="4353560" algn="l"/>
              </a:tabLst>
            </a:pPr>
            <a:r>
              <a:rPr dirty="0" sz="2750" spc="-25">
                <a:solidFill>
                  <a:srgbClr val="EDEDED"/>
                </a:solidFill>
                <a:latin typeface="Lucida Sans Unicode"/>
                <a:cs typeface="Lucida Sans Unicode"/>
              </a:rPr>
              <a:t>de</a:t>
            </a:r>
            <a:r>
              <a:rPr dirty="0" sz="2750">
                <a:solidFill>
                  <a:srgbClr val="EDEDED"/>
                </a:solidFill>
                <a:latin typeface="Lucida Sans Unicode"/>
                <a:cs typeface="Lucida Sans Unicode"/>
              </a:rPr>
              <a:t>	</a:t>
            </a:r>
            <a:r>
              <a:rPr dirty="0" sz="2750" spc="-25">
                <a:solidFill>
                  <a:srgbClr val="E8E8E8"/>
                </a:solidFill>
                <a:latin typeface="Lucida Sans Unicode"/>
                <a:cs typeface="Lucida Sans Unicode"/>
              </a:rPr>
              <a:t>es</a:t>
            </a:r>
            <a:r>
              <a:rPr dirty="0" sz="2750">
                <a:solidFill>
                  <a:srgbClr val="E8E8E8"/>
                </a:solidFill>
                <a:latin typeface="Lucida Sans Unicode"/>
                <a:cs typeface="Lucida Sans Unicode"/>
              </a:rPr>
              <a:t>	</a:t>
            </a:r>
            <a:r>
              <a:rPr dirty="0" sz="2750" spc="-270">
                <a:solidFill>
                  <a:srgbClr val="E6E6E6"/>
                </a:solidFill>
                <a:latin typeface="Lucida Sans Unicode"/>
                <a:cs typeface="Lucida Sans Unicode"/>
              </a:rPr>
              <a:t>poke</a:t>
            </a:r>
            <a:r>
              <a:rPr dirty="0" sz="2750" spc="225">
                <a:solidFill>
                  <a:srgbClr val="E6E6E6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245">
                <a:solidFill>
                  <a:srgbClr val="ACBDD1"/>
                </a:solidFill>
                <a:latin typeface="Lucida Sans Unicode"/>
                <a:cs typeface="Lucida Sans Unicode"/>
              </a:rPr>
              <a:t>.</a:t>
            </a:r>
            <a:r>
              <a:rPr dirty="0" sz="2750" spc="-135">
                <a:solidFill>
                  <a:srgbClr val="ACBDD1"/>
                </a:solidFill>
                <a:latin typeface="Lucida Sans Unicode"/>
                <a:cs typeface="Lucida Sans Unicode"/>
              </a:rPr>
              <a:t> </a:t>
            </a:r>
            <a:r>
              <a:rPr dirty="0" sz="2750">
                <a:solidFill>
                  <a:srgbClr val="E2E2E2"/>
                </a:solidFill>
                <a:latin typeface="Lucida Sans Unicode"/>
                <a:cs typeface="Lucida Sans Unicode"/>
              </a:rPr>
              <a:t>S</a:t>
            </a:r>
            <a:r>
              <a:rPr dirty="0" sz="2750" spc="40">
                <a:solidFill>
                  <a:srgbClr val="E2E2E2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320">
                <a:solidFill>
                  <a:srgbClr val="EBEBEB"/>
                </a:solidFill>
                <a:latin typeface="Lucida Sans Unicode"/>
                <a:cs typeface="Lucida Sans Unicode"/>
              </a:rPr>
              <a:t>a</a:t>
            </a:r>
            <a:r>
              <a:rPr dirty="0" sz="2750" spc="250">
                <a:solidFill>
                  <a:srgbClr val="EBEBEB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280">
                <a:solidFill>
                  <a:srgbClr val="FFFFFF"/>
                </a:solidFill>
                <a:latin typeface="Lucida Sans Unicode"/>
                <a:cs typeface="Lucida Sans Unicode"/>
              </a:rPr>
              <a:t>ik</a:t>
            </a:r>
            <a:r>
              <a:rPr dirty="0" sz="27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240">
                <a:solidFill>
                  <a:srgbClr val="F2F2F2"/>
                </a:solidFill>
                <a:latin typeface="Lucida Sans Unicode"/>
                <a:cs typeface="Lucida Sans Unicode"/>
              </a:rPr>
              <a:t>bek</a:t>
            </a:r>
            <a:r>
              <a:rPr dirty="0" sz="2750" spc="-20">
                <a:solidFill>
                  <a:srgbClr val="F2F2F2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50">
                <a:solidFill>
                  <a:srgbClr val="F2F2F2"/>
                </a:solidFill>
                <a:latin typeface="Lucida Sans Unicode"/>
                <a:cs typeface="Lucida Sans Unicode"/>
              </a:rPr>
              <a:t>e</a:t>
            </a:r>
            <a:r>
              <a:rPr dirty="0" sz="2750">
                <a:solidFill>
                  <a:srgbClr val="F2F2F2"/>
                </a:solidFill>
                <a:latin typeface="Lucida Sans Unicode"/>
                <a:cs typeface="Lucida Sans Unicode"/>
              </a:rPr>
              <a:t>	</a:t>
            </a:r>
            <a:r>
              <a:rPr dirty="0" sz="2750" spc="-100">
                <a:solidFill>
                  <a:srgbClr val="F2F2F2"/>
                </a:solidFill>
                <a:latin typeface="Lucida Sans Unicode"/>
                <a:cs typeface="Lucida Sans Unicode"/>
              </a:rPr>
              <a:t>e</a:t>
            </a:r>
            <a:r>
              <a:rPr dirty="0" sz="2750" spc="-254">
                <a:solidFill>
                  <a:srgbClr val="F2F2F2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50">
                <a:solidFill>
                  <a:srgbClr val="F2F2F2"/>
                </a:solidFill>
                <a:latin typeface="Lucida Sans Unicode"/>
                <a:cs typeface="Lucida Sans Unicode"/>
              </a:rPr>
              <a:t>e </a:t>
            </a:r>
            <a:r>
              <a:rPr dirty="0" sz="2450" spc="-20">
                <a:solidFill>
                  <a:srgbClr val="E8E8E8"/>
                </a:solidFill>
                <a:latin typeface="Lucida Sans Unicode"/>
                <a:cs typeface="Lucida Sans Unicode"/>
              </a:rPr>
              <a:t>başa</a:t>
            </a:r>
            <a:r>
              <a:rPr dirty="0" sz="2450">
                <a:solidFill>
                  <a:srgbClr val="E8E8E8"/>
                </a:solidFill>
                <a:latin typeface="Lucida Sans Unicode"/>
                <a:cs typeface="Lucida Sans Unicode"/>
              </a:rPr>
              <a:t>	</a:t>
            </a:r>
            <a:r>
              <a:rPr dirty="0" sz="2450" spc="-25">
                <a:solidFill>
                  <a:srgbClr val="E4E4E4"/>
                </a:solidFill>
                <a:latin typeface="Lucida Sans Unicode"/>
                <a:cs typeface="Lucida Sans Unicode"/>
              </a:rPr>
              <a:t>ısı</a:t>
            </a:r>
            <a:r>
              <a:rPr dirty="0" sz="2450">
                <a:solidFill>
                  <a:srgbClr val="E4E4E4"/>
                </a:solidFill>
                <a:latin typeface="Lucida Sans Unicode"/>
                <a:cs typeface="Lucida Sans Unicode"/>
              </a:rPr>
              <a:t>	</a:t>
            </a:r>
            <a:r>
              <a:rPr dirty="0" sz="2450">
                <a:solidFill>
                  <a:srgbClr val="F9F9F9"/>
                </a:solidFill>
                <a:latin typeface="Lucida Sans Unicode"/>
                <a:cs typeface="Lucida Sans Unicode"/>
              </a:rPr>
              <a:t>olu</a:t>
            </a:r>
            <a:r>
              <a:rPr dirty="0" sz="2450" spc="215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365">
                <a:solidFill>
                  <a:srgbClr val="6B7C90"/>
                </a:solidFill>
                <a:latin typeface="Lucida Sans Unicode"/>
                <a:cs typeface="Lucida Sans Unicode"/>
              </a:rPr>
              <a:t>.</a:t>
            </a:r>
            <a:r>
              <a:rPr dirty="0" sz="2450" spc="135">
                <a:solidFill>
                  <a:srgbClr val="6B7C90"/>
                </a:solidFill>
                <a:latin typeface="Lucida Sans Unicode"/>
                <a:cs typeface="Lucida Sans Unicode"/>
              </a:rPr>
              <a:t> </a:t>
            </a:r>
            <a:r>
              <a:rPr dirty="0" sz="2450">
                <a:solidFill>
                  <a:srgbClr val="DFDFDF"/>
                </a:solidFill>
                <a:latin typeface="Lucida Sans Unicode"/>
                <a:cs typeface="Lucida Sans Unicode"/>
              </a:rPr>
              <a:t>Ha</a:t>
            </a:r>
            <a:r>
              <a:rPr dirty="0" sz="2450" spc="265">
                <a:solidFill>
                  <a:srgbClr val="DFDFDF"/>
                </a:solidFill>
                <a:latin typeface="Lucida Sans Unicode"/>
                <a:cs typeface="Lucida Sans Unicode"/>
              </a:rPr>
              <a:t> </a:t>
            </a:r>
            <a:r>
              <a:rPr dirty="0" sz="2450">
                <a:solidFill>
                  <a:srgbClr val="E2E2E2"/>
                </a:solidFill>
                <a:latin typeface="Lucida Sans Unicode"/>
                <a:cs typeface="Lucida Sans Unicode"/>
              </a:rPr>
              <a:t>a</a:t>
            </a:r>
            <a:r>
              <a:rPr dirty="0" sz="2450" spc="80">
                <a:solidFill>
                  <a:srgbClr val="E2E2E2"/>
                </a:solidFill>
                <a:latin typeface="Lucida Sans Unicode"/>
                <a:cs typeface="Lucida Sans Unicode"/>
              </a:rPr>
              <a:t> </a:t>
            </a:r>
            <a:r>
              <a:rPr dirty="0" sz="2450">
                <a:solidFill>
                  <a:srgbClr val="E6E6E6"/>
                </a:solidFill>
                <a:latin typeface="Lucida Sans Unicode"/>
                <a:cs typeface="Lucida Sans Unicode"/>
              </a:rPr>
              <a:t>d</a:t>
            </a:r>
            <a:r>
              <a:rPr dirty="0" sz="2450">
                <a:solidFill>
                  <a:srgbClr val="EBEBEB"/>
                </a:solidFill>
                <a:latin typeface="Lucida Sans Unicode"/>
                <a:cs typeface="Lucida Sans Unicode"/>
              </a:rPr>
              <a:t>u</a:t>
            </a:r>
            <a:r>
              <a:rPr dirty="0" sz="2450" spc="200">
                <a:solidFill>
                  <a:srgbClr val="EBEBEB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">
                <a:solidFill>
                  <a:srgbClr val="F9F9F9"/>
                </a:solidFill>
                <a:latin typeface="Lucida Sans Unicode"/>
                <a:cs typeface="Lucida Sans Unicode"/>
              </a:rPr>
              <a:t>umunda </a:t>
            </a:r>
            <a:r>
              <a:rPr dirty="0" sz="2600">
                <a:solidFill>
                  <a:srgbClr val="DFDFDF"/>
                </a:solidFill>
                <a:latin typeface="Lucida Sans Unicode"/>
                <a:cs typeface="Lucida Sans Unicode"/>
              </a:rPr>
              <a:t>o</a:t>
            </a:r>
            <a:r>
              <a:rPr dirty="0" sz="2600" spc="-105">
                <a:solidFill>
                  <a:srgbClr val="DFDFD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425">
                <a:solidFill>
                  <a:srgbClr val="E1E1E1"/>
                </a:solidFill>
                <a:latin typeface="Lucida Sans Unicode"/>
                <a:cs typeface="Lucida Sans Unicode"/>
              </a:rPr>
              <a:t>’</a:t>
            </a:r>
            <a:r>
              <a:rPr dirty="0" sz="2600" spc="30">
                <a:solidFill>
                  <a:srgbClr val="E1E1E1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35">
                <a:solidFill>
                  <a:srgbClr val="E8E8E8"/>
                </a:solidFill>
                <a:latin typeface="Lucida Sans Unicode"/>
                <a:cs typeface="Lucida Sans Unicode"/>
              </a:rPr>
              <a:t>gibi</a:t>
            </a:r>
            <a:r>
              <a:rPr dirty="0" sz="2600" spc="-75">
                <a:solidFill>
                  <a:srgbClr val="E8E8E8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30">
                <a:solidFill>
                  <a:srgbClr val="EBEBEB"/>
                </a:solidFill>
                <a:latin typeface="Lucida Sans Unicode"/>
                <a:cs typeface="Lucida Sans Unicode"/>
              </a:rPr>
              <a:t>bel</a:t>
            </a:r>
            <a:r>
              <a:rPr dirty="0" sz="2600" spc="-30">
                <a:solidFill>
                  <a:srgbClr val="E2E2E2"/>
                </a:solidFill>
                <a:latin typeface="Lucida Sans Unicode"/>
                <a:cs typeface="Lucida Sans Unicode"/>
              </a:rPr>
              <a:t>i</a:t>
            </a:r>
            <a:r>
              <a:rPr dirty="0" sz="2600" spc="150">
                <a:solidFill>
                  <a:srgbClr val="E2E2E2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5">
                <a:solidFill>
                  <a:srgbClr val="E8E8E8"/>
                </a:solidFill>
                <a:latin typeface="Lucida Sans Unicode"/>
                <a:cs typeface="Lucida Sans Unicode"/>
              </a:rPr>
              <a:t>sık</a:t>
            </a:r>
            <a:r>
              <a:rPr dirty="0" sz="2600">
                <a:solidFill>
                  <a:srgbClr val="E8E8E8"/>
                </a:solidFill>
                <a:latin typeface="Lucida Sans Unicode"/>
                <a:cs typeface="Lucida Sans Unicode"/>
              </a:rPr>
              <a:t>	</a:t>
            </a:r>
            <a:r>
              <a:rPr dirty="0" sz="2600" spc="-20">
                <a:solidFill>
                  <a:srgbClr val="EDEDED"/>
                </a:solidFill>
                <a:latin typeface="Lucida Sans Unicode"/>
                <a:cs typeface="Lucida Sans Unicode"/>
              </a:rPr>
              <a:t>esdj</a:t>
            </a:r>
            <a:r>
              <a:rPr dirty="0" sz="2600">
                <a:solidFill>
                  <a:srgbClr val="EDEDED"/>
                </a:solidFill>
                <a:latin typeface="Lucida Sans Unicode"/>
                <a:cs typeface="Lucida Sans Unicode"/>
              </a:rPr>
              <a:t>	</a:t>
            </a:r>
            <a:r>
              <a:rPr dirty="0" sz="2600" spc="-25">
                <a:solidFill>
                  <a:srgbClr val="EBEBEB"/>
                </a:solidFill>
                <a:latin typeface="Lucida Sans Unicode"/>
                <a:cs typeface="Lucida Sans Unicode"/>
              </a:rPr>
              <a:t>ve</a:t>
            </a:r>
            <a:r>
              <a:rPr dirty="0" sz="2600">
                <a:solidFill>
                  <a:srgbClr val="EBEBEB"/>
                </a:solidFill>
                <a:latin typeface="Lucida Sans Unicode"/>
                <a:cs typeface="Lucida Sans Unicode"/>
              </a:rPr>
              <a:t>		</a:t>
            </a:r>
            <a:r>
              <a:rPr dirty="0" sz="2600" spc="-50">
                <a:solidFill>
                  <a:srgbClr val="93A5BA"/>
                </a:solidFill>
                <a:latin typeface="Lucida Sans Unicode"/>
                <a:cs typeface="Lucida Sans Unicode"/>
              </a:rPr>
              <a:t>.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0923846" y="8957067"/>
            <a:ext cx="7676515" cy="1219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60375">
              <a:lnSpc>
                <a:spcPct val="113500"/>
              </a:lnSpc>
              <a:spcBef>
                <a:spcPts val="95"/>
              </a:spcBef>
              <a:tabLst>
                <a:tab pos="1711325" algn="l"/>
                <a:tab pos="1739900" algn="l"/>
                <a:tab pos="2096770" algn="l"/>
                <a:tab pos="2211070" algn="l"/>
                <a:tab pos="2987040" algn="l"/>
                <a:tab pos="5258435" algn="l"/>
                <a:tab pos="6795770" algn="l"/>
              </a:tabLst>
            </a:pPr>
            <a:r>
              <a:rPr dirty="0" sz="2300" spc="-20">
                <a:solidFill>
                  <a:srgbClr val="344B60"/>
                </a:solidFill>
                <a:latin typeface="Lucida Sans Unicode"/>
                <a:cs typeface="Lucida Sans Unicode"/>
              </a:rPr>
              <a:t>ed</a:t>
            </a:r>
            <a:r>
              <a:rPr dirty="0" sz="2300" spc="-20">
                <a:solidFill>
                  <a:srgbClr val="2D465B"/>
                </a:solidFill>
                <a:latin typeface="Lucida Sans Unicode"/>
                <a:cs typeface="Lucida Sans Unicode"/>
              </a:rPr>
              <a:t>ile</a:t>
            </a:r>
            <a:r>
              <a:rPr dirty="0" sz="2300" spc="-25">
                <a:solidFill>
                  <a:srgbClr val="2D465B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5">
                <a:solidFill>
                  <a:srgbClr val="344B5D"/>
                </a:solidFill>
                <a:latin typeface="Lucida Sans Unicode"/>
                <a:cs typeface="Lucida Sans Unicode"/>
              </a:rPr>
              <a:t>e</a:t>
            </a:r>
            <a:r>
              <a:rPr dirty="0" sz="2300" spc="-25">
                <a:solidFill>
                  <a:srgbClr val="42576B"/>
                </a:solidFill>
                <a:latin typeface="Lucida Sans Unicode"/>
                <a:cs typeface="Lucida Sans Unicode"/>
              </a:rPr>
              <a:t>k</a:t>
            </a:r>
            <a:r>
              <a:rPr dirty="0" sz="2300">
                <a:solidFill>
                  <a:srgbClr val="42576B"/>
                </a:solidFill>
                <a:latin typeface="Lucida Sans Unicode"/>
                <a:cs typeface="Lucida Sans Unicode"/>
              </a:rPr>
              <a:t>		</a:t>
            </a:r>
            <a:r>
              <a:rPr dirty="0" sz="2300" spc="-25">
                <a:solidFill>
                  <a:srgbClr val="2D4660"/>
                </a:solidFill>
                <a:latin typeface="Lucida Sans Unicode"/>
                <a:cs typeface="Lucida Sans Unicode"/>
              </a:rPr>
              <a:t>es</a:t>
            </a:r>
            <a:r>
              <a:rPr dirty="0" sz="2300">
                <a:solidFill>
                  <a:srgbClr val="2D4660"/>
                </a:solidFill>
                <a:latin typeface="Lucida Sans Unicode"/>
                <a:cs typeface="Lucida Sans Unicode"/>
              </a:rPr>
              <a:t>		</a:t>
            </a:r>
            <a:r>
              <a:rPr dirty="0" sz="2300" spc="-20">
                <a:solidFill>
                  <a:srgbClr val="E6E6E6"/>
                </a:solidFill>
                <a:latin typeface="Lucida Sans Unicode"/>
                <a:cs typeface="Lucida Sans Unicode"/>
              </a:rPr>
              <a:t>devam</a:t>
            </a:r>
            <a:r>
              <a:rPr dirty="0" sz="2300" spc="-165">
                <a:solidFill>
                  <a:srgbClr val="E6E6E6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364862"/>
                </a:solidFill>
                <a:latin typeface="Lucida Sans Unicode"/>
                <a:cs typeface="Lucida Sans Unicode"/>
              </a:rPr>
              <a:t>ede</a:t>
            </a:r>
            <a:r>
              <a:rPr dirty="0" sz="2300" spc="40">
                <a:solidFill>
                  <a:srgbClr val="364862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315">
                <a:solidFill>
                  <a:srgbClr val="607B95"/>
                </a:solidFill>
                <a:latin typeface="Lucida Sans Unicode"/>
                <a:cs typeface="Lucida Sans Unicode"/>
              </a:rPr>
              <a:t>.</a:t>
            </a:r>
            <a:r>
              <a:rPr dirty="0" sz="2300" spc="120">
                <a:solidFill>
                  <a:srgbClr val="607B95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60">
                <a:solidFill>
                  <a:srgbClr val="3D4F60"/>
                </a:solidFill>
                <a:latin typeface="Lucida Sans Unicode"/>
                <a:cs typeface="Lucida Sans Unicode"/>
              </a:rPr>
              <a:t>Sayfa</a:t>
            </a:r>
            <a:r>
              <a:rPr dirty="0" sz="2300" spc="-55">
                <a:solidFill>
                  <a:srgbClr val="3D4F60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5">
                <a:solidFill>
                  <a:srgbClr val="E1E1E1"/>
                </a:solidFill>
                <a:latin typeface="Lucida Sans Unicode"/>
                <a:cs typeface="Lucida Sans Unicode"/>
              </a:rPr>
              <a:t>h</a:t>
            </a:r>
            <a:r>
              <a:rPr dirty="0" sz="2300" spc="-25">
                <a:solidFill>
                  <a:srgbClr val="485767"/>
                </a:solidFill>
                <a:latin typeface="Lucida Sans Unicode"/>
                <a:cs typeface="Lucida Sans Unicode"/>
              </a:rPr>
              <a:t>a</a:t>
            </a:r>
            <a:r>
              <a:rPr dirty="0" sz="2300">
                <a:solidFill>
                  <a:srgbClr val="485767"/>
                </a:solidFill>
                <a:latin typeface="Lucida Sans Unicode"/>
                <a:cs typeface="Lucida Sans Unicode"/>
              </a:rPr>
              <a:t>	</a:t>
            </a:r>
            <a:r>
              <a:rPr dirty="0" sz="2300">
                <a:solidFill>
                  <a:srgbClr val="384B62"/>
                </a:solidFill>
                <a:latin typeface="Lucida Sans Unicode"/>
                <a:cs typeface="Lucida Sans Unicode"/>
              </a:rPr>
              <a:t>eke</a:t>
            </a:r>
            <a:r>
              <a:rPr dirty="0" sz="2300" spc="-145">
                <a:solidFill>
                  <a:srgbClr val="384B62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364959"/>
                </a:solidFill>
                <a:latin typeface="Lucida Sans Unicode"/>
                <a:cs typeface="Lucida Sans Unicode"/>
              </a:rPr>
              <a:t>le</a:t>
            </a:r>
            <a:r>
              <a:rPr dirty="0" sz="2300" spc="90">
                <a:solidFill>
                  <a:srgbClr val="364959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90">
                <a:solidFill>
                  <a:srgbClr val="344962"/>
                </a:solidFill>
                <a:latin typeface="Lucida Sans Unicode"/>
                <a:cs typeface="Lucida Sans Unicode"/>
              </a:rPr>
              <a:t>ini</a:t>
            </a:r>
            <a:r>
              <a:rPr dirty="0" sz="2300" spc="-105">
                <a:solidFill>
                  <a:srgbClr val="344962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50">
                <a:solidFill>
                  <a:srgbClr val="5B758C"/>
                </a:solidFill>
                <a:latin typeface="Lucida Sans Unicode"/>
                <a:cs typeface="Lucida Sans Unicode"/>
              </a:rPr>
              <a:t>i</a:t>
            </a:r>
            <a:r>
              <a:rPr dirty="0" sz="2300">
                <a:solidFill>
                  <a:srgbClr val="5B758C"/>
                </a:solidFill>
                <a:latin typeface="Lucida Sans Unicode"/>
                <a:cs typeface="Lucida Sans Unicode"/>
              </a:rPr>
              <a:t>	</a:t>
            </a:r>
            <a:r>
              <a:rPr dirty="0" sz="2300" spc="-25">
                <a:solidFill>
                  <a:srgbClr val="385269"/>
                </a:solidFill>
                <a:latin typeface="Lucida Sans Unicode"/>
                <a:cs typeface="Lucida Sans Unicode"/>
              </a:rPr>
              <a:t>le </a:t>
            </a:r>
            <a:r>
              <a:rPr dirty="0" sz="2300" spc="-85">
                <a:solidFill>
                  <a:srgbClr val="7C93A1"/>
                </a:solidFill>
                <a:latin typeface="Lucida Sans Unicode"/>
                <a:cs typeface="Lucida Sans Unicode"/>
              </a:rPr>
              <a:t>dinamik</a:t>
            </a:r>
            <a:r>
              <a:rPr dirty="0" sz="2300" spc="-70">
                <a:solidFill>
                  <a:srgbClr val="7C93A1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5" i="1">
                <a:solidFill>
                  <a:srgbClr val="8599AA"/>
                </a:solidFill>
                <a:latin typeface="Arial"/>
                <a:cs typeface="Arial"/>
              </a:rPr>
              <a:t>Olâ</a:t>
            </a:r>
            <a:r>
              <a:rPr dirty="0" sz="2300" i="1">
                <a:solidFill>
                  <a:srgbClr val="8599AA"/>
                </a:solidFill>
                <a:latin typeface="Arial"/>
                <a:cs typeface="Arial"/>
              </a:rPr>
              <a:t>	</a:t>
            </a:r>
            <a:r>
              <a:rPr dirty="0" sz="2300" spc="80" i="1">
                <a:solidFill>
                  <a:srgbClr val="8597A5"/>
                </a:solidFill>
                <a:latin typeface="Arial"/>
                <a:cs typeface="Arial"/>
              </a:rPr>
              <a:t>â</a:t>
            </a:r>
            <a:r>
              <a:rPr dirty="0" sz="2300" spc="80" i="1">
                <a:solidFill>
                  <a:srgbClr val="D1E2F6"/>
                </a:solidFill>
                <a:latin typeface="Arial"/>
                <a:cs typeface="Arial"/>
              </a:rPr>
              <a:t>'</a:t>
            </a:r>
            <a:r>
              <a:rPr dirty="0" sz="2300" i="1">
                <a:solidFill>
                  <a:srgbClr val="D1E2F6"/>
                </a:solidFill>
                <a:latin typeface="Arial"/>
                <a:cs typeface="Arial"/>
              </a:rPr>
              <a:t>	</a:t>
            </a:r>
            <a:r>
              <a:rPr dirty="0" sz="2300" spc="-210" i="1">
                <a:solidFill>
                  <a:srgbClr val="808C9A"/>
                </a:solidFill>
                <a:latin typeface="Arial"/>
                <a:cs typeface="Arial"/>
              </a:rPr>
              <a:t>d</a:t>
            </a:r>
            <a:r>
              <a:rPr dirty="0" sz="2300" spc="-315" i="1">
                <a:solidFill>
                  <a:srgbClr val="808C9A"/>
                </a:solidFill>
                <a:latin typeface="Arial"/>
                <a:cs typeface="Arial"/>
              </a:rPr>
              <a:t> </a:t>
            </a:r>
            <a:r>
              <a:rPr dirty="0" sz="2300" spc="-365" i="1">
                <a:solidFill>
                  <a:srgbClr val="364B64"/>
                </a:solidFill>
                <a:latin typeface="Arial"/>
                <a:cs typeface="Arial"/>
              </a:rPr>
              <a:t>Oq</a:t>
            </a:r>
            <a:r>
              <a:rPr dirty="0" sz="2300" i="1">
                <a:solidFill>
                  <a:srgbClr val="364B64"/>
                </a:solidFill>
                <a:latin typeface="Arial"/>
                <a:cs typeface="Arial"/>
              </a:rPr>
              <a:t>	</a:t>
            </a:r>
            <a:r>
              <a:rPr dirty="0" sz="2300" spc="-60">
                <a:solidFill>
                  <a:srgbClr val="DFDFDF"/>
                </a:solidFill>
                <a:latin typeface="Lucida Sans Unicode"/>
                <a:cs typeface="Lucida Sans Unicode"/>
              </a:rPr>
              <a:t>anı</a:t>
            </a:r>
            <a:r>
              <a:rPr dirty="0" sz="2300" spc="-125">
                <a:solidFill>
                  <a:srgbClr val="DFDFD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35">
                <a:solidFill>
                  <a:srgbClr val="97ACBF"/>
                </a:solidFill>
                <a:latin typeface="Lucida Sans Unicode"/>
                <a:cs typeface="Lucida Sans Unicode"/>
              </a:rPr>
              <a:t>bekle</a:t>
            </a:r>
            <a:r>
              <a:rPr dirty="0" sz="2300" spc="-25">
                <a:solidFill>
                  <a:srgbClr val="97ACB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315">
                <a:solidFill>
                  <a:srgbClr val="6B839E"/>
                </a:solidFill>
                <a:latin typeface="Lucida Sans Unicode"/>
                <a:cs typeface="Lucida Sans Unicode"/>
              </a:rPr>
              <a:t>.</a:t>
            </a:r>
            <a:r>
              <a:rPr dirty="0" sz="2300" spc="95">
                <a:solidFill>
                  <a:srgbClr val="6B839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314962"/>
                </a:solidFill>
                <a:latin typeface="Lucida Sans Unicode"/>
                <a:cs typeface="Lucida Sans Unicode"/>
              </a:rPr>
              <a:t>H</a:t>
            </a:r>
            <a:r>
              <a:rPr dirty="0" sz="2300">
                <a:solidFill>
                  <a:srgbClr val="778C9A"/>
                </a:solidFill>
                <a:latin typeface="Lucida Sans Unicode"/>
                <a:cs typeface="Lucida Sans Unicode"/>
              </a:rPr>
              <a:t>a</a:t>
            </a:r>
            <a:r>
              <a:rPr dirty="0" sz="2300" spc="70">
                <a:solidFill>
                  <a:srgbClr val="778C9A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75">
                <a:solidFill>
                  <a:srgbClr val="E8E8E8"/>
                </a:solidFill>
                <a:latin typeface="Lucida Sans Unicode"/>
                <a:cs typeface="Lucida Sans Unicode"/>
              </a:rPr>
              <a:t>ayı</a:t>
            </a:r>
            <a:r>
              <a:rPr dirty="0" sz="2300" spc="-145">
                <a:solidFill>
                  <a:srgbClr val="E8E8E8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30">
                <a:solidFill>
                  <a:srgbClr val="8CA5BA"/>
                </a:solidFill>
                <a:latin typeface="Lucida Sans Unicode"/>
                <a:cs typeface="Lucida Sans Unicode"/>
              </a:rPr>
              <a:t>sunu</a:t>
            </a:r>
            <a:r>
              <a:rPr dirty="0" sz="2300" spc="-30">
                <a:solidFill>
                  <a:srgbClr val="8C99B3"/>
                </a:solidFill>
                <a:latin typeface="Lucida Sans Unicode"/>
                <a:cs typeface="Lucida Sans Unicode"/>
              </a:rPr>
              <a:t>cu</a:t>
            </a:r>
            <a:r>
              <a:rPr dirty="0" sz="2300" spc="-155">
                <a:solidFill>
                  <a:srgbClr val="8C99B3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55">
                <a:solidFill>
                  <a:srgbClr val="E8E8E8"/>
                </a:solidFill>
                <a:latin typeface="Lucida Sans Unicode"/>
                <a:cs typeface="Lucida Sans Unicode"/>
              </a:rPr>
              <a:t>veya</a:t>
            </a:r>
            <a:r>
              <a:rPr dirty="0" sz="2300" spc="-50">
                <a:solidFill>
                  <a:srgbClr val="E8E8E8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40">
                <a:solidFill>
                  <a:srgbClr val="8E9CAA"/>
                </a:solidFill>
                <a:latin typeface="Lucida Sans Unicode"/>
                <a:cs typeface="Lucida Sans Unicode"/>
              </a:rPr>
              <a:t>kod</a:t>
            </a:r>
            <a:endParaRPr sz="2300">
              <a:latin typeface="Lucida Sans Unicode"/>
              <a:cs typeface="Lucida Sans Unicode"/>
            </a:endParaRPr>
          </a:p>
          <a:p>
            <a:pPr marL="2094230">
              <a:lnSpc>
                <a:spcPct val="100000"/>
              </a:lnSpc>
              <a:spcBef>
                <a:spcPts val="370"/>
              </a:spcBef>
              <a:tabLst>
                <a:tab pos="3803650" algn="l"/>
              </a:tabLst>
            </a:pPr>
            <a:r>
              <a:rPr dirty="0" sz="2300" spc="-85">
                <a:solidFill>
                  <a:srgbClr val="839EAC"/>
                </a:solidFill>
                <a:latin typeface="Lucida Sans Unicode"/>
                <a:cs typeface="Lucida Sans Unicode"/>
              </a:rPr>
              <a:t>kaynaklı</a:t>
            </a:r>
            <a:r>
              <a:rPr dirty="0" sz="2300" spc="-35">
                <a:solidFill>
                  <a:srgbClr val="839EAC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5">
                <a:solidFill>
                  <a:srgbClr val="7E93A8"/>
                </a:solidFill>
                <a:latin typeface="Lucida Sans Unicode"/>
                <a:cs typeface="Lucida Sans Unicode"/>
              </a:rPr>
              <a:t>ol</a:t>
            </a:r>
            <a:r>
              <a:rPr dirty="0" sz="2300" spc="-25">
                <a:solidFill>
                  <a:srgbClr val="364B60"/>
                </a:solidFill>
                <a:latin typeface="Lucida Sans Unicode"/>
                <a:cs typeface="Lucida Sans Unicode"/>
              </a:rPr>
              <a:t>a</a:t>
            </a:r>
            <a:r>
              <a:rPr dirty="0" sz="2300">
                <a:solidFill>
                  <a:srgbClr val="364B60"/>
                </a:solidFill>
                <a:latin typeface="Lucida Sans Unicode"/>
                <a:cs typeface="Lucida Sans Unicode"/>
              </a:rPr>
              <a:t>	</a:t>
            </a:r>
            <a:r>
              <a:rPr dirty="0" sz="2300" spc="-90">
                <a:solidFill>
                  <a:srgbClr val="36485B"/>
                </a:solidFill>
                <a:latin typeface="Lucida Sans Unicode"/>
                <a:cs typeface="Lucida Sans Unicode"/>
              </a:rPr>
              <a:t>ak</a:t>
            </a:r>
            <a:r>
              <a:rPr dirty="0" sz="2300" spc="-95">
                <a:solidFill>
                  <a:srgbClr val="36485B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95">
                <a:solidFill>
                  <a:srgbClr val="344962"/>
                </a:solidFill>
                <a:latin typeface="Lucida Sans Unicode"/>
                <a:cs typeface="Lucida Sans Unicode"/>
              </a:rPr>
              <a:t>izole</a:t>
            </a:r>
            <a:r>
              <a:rPr dirty="0" sz="2300" spc="-85">
                <a:solidFill>
                  <a:srgbClr val="344962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364B60"/>
                </a:solidFill>
                <a:latin typeface="Lucida Sans Unicode"/>
                <a:cs typeface="Lucida Sans Unicode"/>
              </a:rPr>
              <a:t>ede</a:t>
            </a:r>
            <a:r>
              <a:rPr dirty="0" sz="2300" spc="75">
                <a:solidFill>
                  <a:srgbClr val="364B60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365">
                <a:solidFill>
                  <a:srgbClr val="829CB5"/>
                </a:solidFill>
                <a:latin typeface="Lucida Sans Unicode"/>
                <a:cs typeface="Lucida Sans Unicode"/>
              </a:rPr>
              <a:t>.</a:t>
            </a:r>
            <a:endParaRPr sz="23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0" y="3340212"/>
            <a:ext cx="20093629" cy="591605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6556" y="1853346"/>
            <a:ext cx="3853285" cy="125650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42197" y="1853346"/>
            <a:ext cx="984263" cy="125650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77700" y="1853346"/>
            <a:ext cx="1109913" cy="1246035"/>
          </a:xfrm>
          <a:prstGeom prst="rect">
            <a:avLst/>
          </a:prstGeom>
        </p:spPr>
      </p:pic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10188171" y="1889994"/>
          <a:ext cx="1097915" cy="10045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080"/>
                <a:gridCol w="229870"/>
                <a:gridCol w="173990"/>
                <a:gridCol w="215265"/>
              </a:tblGrid>
              <a:tr h="22923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2B445B"/>
                      </a:solidFill>
                      <a:prstDash val="solid"/>
                    </a:lnL>
                    <a:lnR w="19050">
                      <a:solidFill>
                        <a:srgbClr val="2B445B"/>
                      </a:solidFill>
                      <a:prstDash val="solid"/>
                    </a:lnR>
                    <a:lnT w="19050">
                      <a:solidFill>
                        <a:srgbClr val="2B445B"/>
                      </a:solidFill>
                      <a:prstDash val="solid"/>
                    </a:lnT>
                    <a:lnB w="19050">
                      <a:solidFill>
                        <a:srgbClr val="2B445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2B445B"/>
                      </a:solidFill>
                      <a:prstDash val="solid"/>
                    </a:lnL>
                    <a:lnR w="19050">
                      <a:solidFill>
                        <a:srgbClr val="2B445B"/>
                      </a:solidFill>
                      <a:prstDash val="solid"/>
                    </a:lnR>
                    <a:lnT w="19050">
                      <a:solidFill>
                        <a:srgbClr val="2B445B"/>
                      </a:solidFill>
                      <a:prstDash val="solid"/>
                    </a:lnT>
                    <a:lnB w="19050">
                      <a:solidFill>
                        <a:srgbClr val="2B445B"/>
                      </a:solidFill>
                      <a:prstDash val="solid"/>
                    </a:lnB>
                  </a:tcPr>
                </a:tc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2B445B"/>
                      </a:solidFill>
                      <a:prstDash val="solid"/>
                    </a:lnL>
                    <a:lnR w="19050">
                      <a:solidFill>
                        <a:srgbClr val="2B445B"/>
                      </a:solidFill>
                      <a:prstDash val="solid"/>
                    </a:lnR>
                    <a:lnT w="19050">
                      <a:solidFill>
                        <a:srgbClr val="2B445B"/>
                      </a:solidFill>
                      <a:prstDash val="solid"/>
                    </a:lnT>
                    <a:lnB w="19050">
                      <a:solidFill>
                        <a:srgbClr val="2B445B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319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2B445B"/>
                      </a:solidFill>
                      <a:prstDash val="solid"/>
                    </a:lnL>
                    <a:lnR w="19050">
                      <a:solidFill>
                        <a:srgbClr val="2B445B"/>
                      </a:solidFill>
                      <a:prstDash val="solid"/>
                    </a:lnR>
                    <a:lnT w="19050">
                      <a:solidFill>
                        <a:srgbClr val="2B445B"/>
                      </a:solidFill>
                      <a:prstDash val="solid"/>
                    </a:lnT>
                    <a:lnB w="19050">
                      <a:solidFill>
                        <a:srgbClr val="2B445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2B445B"/>
                      </a:solidFill>
                      <a:prstDash val="solid"/>
                    </a:lnL>
                    <a:lnR w="19050">
                      <a:solidFill>
                        <a:srgbClr val="2B445B"/>
                      </a:solidFill>
                      <a:prstDash val="solid"/>
                    </a:lnR>
                    <a:lnT w="19050">
                      <a:solidFill>
                        <a:srgbClr val="2B445B"/>
                      </a:solidFill>
                      <a:prstDash val="solid"/>
                    </a:lnT>
                    <a:lnB w="19050">
                      <a:solidFill>
                        <a:srgbClr val="2B445B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2B445B"/>
                      </a:solidFill>
                      <a:prstDash val="solid"/>
                    </a:lnL>
                    <a:lnR w="19050">
                      <a:solidFill>
                        <a:srgbClr val="2B445B"/>
                      </a:solidFill>
                      <a:prstDash val="solid"/>
                    </a:lnR>
                    <a:lnT w="19050">
                      <a:solidFill>
                        <a:srgbClr val="2B445B"/>
                      </a:solidFill>
                      <a:prstDash val="solid"/>
                    </a:lnT>
                    <a:lnB w="19050">
                      <a:solidFill>
                        <a:srgbClr val="2B445B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92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2B445B"/>
                      </a:solidFill>
                      <a:prstDash val="solid"/>
                    </a:lnR>
                    <a:lnT w="19050">
                      <a:solidFill>
                        <a:srgbClr val="2B445B"/>
                      </a:solidFill>
                      <a:prstDash val="solid"/>
                    </a:lnT>
                    <a:lnB w="19050">
                      <a:solidFill>
                        <a:srgbClr val="2B445B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2B445B"/>
                      </a:solidFill>
                      <a:prstDash val="solid"/>
                    </a:lnL>
                    <a:lnR w="19050">
                      <a:solidFill>
                        <a:srgbClr val="2B445B"/>
                      </a:solidFill>
                      <a:prstDash val="solid"/>
                    </a:lnR>
                    <a:lnT w="19050">
                      <a:solidFill>
                        <a:srgbClr val="2B445B"/>
                      </a:solidFill>
                      <a:prstDash val="solid"/>
                    </a:lnT>
                    <a:lnB w="19050">
                      <a:solidFill>
                        <a:srgbClr val="2B445B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2B445B"/>
                      </a:solidFill>
                      <a:prstDash val="solid"/>
                    </a:lnL>
                    <a:lnR w="19050">
                      <a:solidFill>
                        <a:srgbClr val="2B445B"/>
                      </a:solidFill>
                      <a:prstDash val="solid"/>
                    </a:lnR>
                    <a:lnT w="19050">
                      <a:solidFill>
                        <a:srgbClr val="2B445B"/>
                      </a:solidFill>
                      <a:prstDash val="solid"/>
                    </a:lnT>
                    <a:lnB w="19050">
                      <a:solidFill>
                        <a:srgbClr val="2B445B"/>
                      </a:solidFill>
                      <a:prstDash val="solid"/>
                    </a:lnB>
                  </a:tcPr>
                </a:tc>
              </a:tr>
              <a:tr h="21971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2B445B"/>
                      </a:solidFill>
                      <a:prstDash val="solid"/>
                    </a:lnR>
                    <a:lnT w="19050">
                      <a:solidFill>
                        <a:srgbClr val="2B445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2B445B"/>
                      </a:solidFill>
                      <a:prstDash val="solid"/>
                    </a:lnL>
                    <a:lnR w="19050">
                      <a:solidFill>
                        <a:srgbClr val="2B445B"/>
                      </a:solidFill>
                      <a:prstDash val="solid"/>
                    </a:lnR>
                    <a:lnT w="19050">
                      <a:solidFill>
                        <a:srgbClr val="2B445B"/>
                      </a:solidFill>
                      <a:prstDash val="solid"/>
                    </a:lnT>
                    <a:lnB w="19050">
                      <a:solidFill>
                        <a:srgbClr val="2B445B"/>
                      </a:solidFill>
                      <a:prstDash val="solid"/>
                    </a:lnB>
                  </a:tcPr>
                </a:tc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2B445B"/>
                      </a:solidFill>
                      <a:prstDash val="solid"/>
                    </a:lnL>
                    <a:lnR w="19050">
                      <a:solidFill>
                        <a:srgbClr val="2B445B"/>
                      </a:solidFill>
                      <a:prstDash val="solid"/>
                    </a:lnR>
                    <a:lnT w="19050">
                      <a:solidFill>
                        <a:srgbClr val="2B445B"/>
                      </a:solidFill>
                      <a:prstDash val="solid"/>
                    </a:lnT>
                    <a:lnB w="19050">
                      <a:solidFill>
                        <a:srgbClr val="2B445B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319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9050">
                      <a:solidFill>
                        <a:srgbClr val="2B445B"/>
                      </a:solidFill>
                      <a:prstDash val="solid"/>
                    </a:lnR>
                    <a:lnT w="19050">
                      <a:solidFill>
                        <a:srgbClr val="2B445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2B445B"/>
                      </a:solidFill>
                      <a:prstDash val="solid"/>
                    </a:lnL>
                    <a:lnR w="19050">
                      <a:solidFill>
                        <a:srgbClr val="2B445B"/>
                      </a:solidFill>
                      <a:prstDash val="solid"/>
                    </a:lnR>
                    <a:lnT w="19050">
                      <a:solidFill>
                        <a:srgbClr val="2B445B"/>
                      </a:solidFill>
                      <a:prstDash val="solid"/>
                    </a:lnT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2B445B"/>
                      </a:solidFill>
                      <a:prstDash val="solid"/>
                    </a:lnL>
                    <a:lnR w="19050">
                      <a:solidFill>
                        <a:srgbClr val="2B445B"/>
                      </a:solidFill>
                      <a:prstDash val="solid"/>
                    </a:lnR>
                    <a:lnT w="19050">
                      <a:solidFill>
                        <a:srgbClr val="2B445B"/>
                      </a:solidFill>
                      <a:prstDash val="solid"/>
                    </a:lnT>
                    <a:lnB w="19050">
                      <a:solidFill>
                        <a:srgbClr val="2B445B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7" name="object 7" descr=""/>
          <p:cNvSpPr/>
          <p:nvPr/>
        </p:nvSpPr>
        <p:spPr>
          <a:xfrm>
            <a:off x="11748333" y="1853346"/>
            <a:ext cx="5769610" cy="1235710"/>
          </a:xfrm>
          <a:custGeom>
            <a:avLst/>
            <a:gdLst/>
            <a:ahLst/>
            <a:cxnLst/>
            <a:rect l="l" t="t" r="r" b="b"/>
            <a:pathLst>
              <a:path w="5769609" h="1235710">
                <a:moveTo>
                  <a:pt x="5769457" y="1235563"/>
                </a:moveTo>
                <a:lnTo>
                  <a:pt x="0" y="1235563"/>
                </a:lnTo>
                <a:lnTo>
                  <a:pt x="0" y="0"/>
                </a:lnTo>
                <a:lnTo>
                  <a:pt x="5769457" y="0"/>
                </a:lnTo>
                <a:lnTo>
                  <a:pt x="5769457" y="1235563"/>
                </a:lnTo>
                <a:close/>
              </a:path>
            </a:pathLst>
          </a:custGeom>
          <a:solidFill>
            <a:srgbClr val="2844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1741884" y="1843118"/>
            <a:ext cx="2229485" cy="3492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00">
                <a:solidFill>
                  <a:srgbClr val="E2E2E2"/>
                </a:solidFill>
                <a:latin typeface="Lucida Sans Unicode"/>
                <a:cs typeface="Lucida Sans Unicode"/>
              </a:rPr>
              <a:t>Bı </a:t>
            </a:r>
            <a:r>
              <a:rPr dirty="0" sz="2100" spc="-85">
                <a:solidFill>
                  <a:srgbClr val="708599"/>
                </a:solidFill>
                <a:latin typeface="Lucida Sans Unicode"/>
                <a:cs typeface="Lucida Sans Unicode"/>
              </a:rPr>
              <a:t>ı</a:t>
            </a:r>
            <a:r>
              <a:rPr dirty="0" sz="2100" spc="-85">
                <a:solidFill>
                  <a:srgbClr val="284257"/>
                </a:solidFill>
                <a:latin typeface="Lucida Sans Unicode"/>
                <a:cs typeface="Lucida Sans Unicode"/>
              </a:rPr>
              <a:t>m</a:t>
            </a:r>
            <a:r>
              <a:rPr dirty="0" sz="2100" spc="-95">
                <a:solidFill>
                  <a:srgbClr val="284257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0">
                <a:solidFill>
                  <a:srgbClr val="23384B"/>
                </a:solidFill>
                <a:latin typeface="Lucida Sans Unicode"/>
                <a:cs typeface="Lucida Sans Unicode"/>
              </a:rPr>
              <a:t>Tes</a:t>
            </a:r>
            <a:r>
              <a:rPr dirty="0" sz="2100" spc="5">
                <a:solidFill>
                  <a:srgbClr val="23384B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445464"/>
                </a:solidFill>
                <a:latin typeface="Lucida Sans Unicode"/>
                <a:cs typeface="Lucida Sans Unicode"/>
              </a:rPr>
              <a:t>le</a:t>
            </a:r>
            <a:r>
              <a:rPr dirty="0" sz="2100" spc="155">
                <a:solidFill>
                  <a:srgbClr val="445464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45">
                <a:solidFill>
                  <a:srgbClr val="496280"/>
                </a:solidFill>
                <a:latin typeface="Lucida Sans Unicode"/>
                <a:cs typeface="Lucida Sans Unicode"/>
              </a:rPr>
              <a:t>ı:</a:t>
            </a:r>
            <a:r>
              <a:rPr dirty="0" sz="2100" spc="-20">
                <a:solidFill>
                  <a:srgbClr val="496280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55">
                <a:solidFill>
                  <a:srgbClr val="344F67"/>
                </a:solidFill>
                <a:latin typeface="Lucida Sans Unicode"/>
                <a:cs typeface="Lucida Sans Unicode"/>
              </a:rPr>
              <a:t>Kay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4130366" y="1843118"/>
            <a:ext cx="3380740" cy="3492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00" spc="-135">
                <a:solidFill>
                  <a:srgbClr val="2B424F"/>
                </a:solidFill>
                <a:latin typeface="Lucida Sans Unicode"/>
                <a:cs typeface="Lucida Sans Unicode"/>
              </a:rPr>
              <a:t>ak</a:t>
            </a:r>
            <a:r>
              <a:rPr dirty="0" sz="2100" spc="-35">
                <a:solidFill>
                  <a:srgbClr val="2B424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70">
                <a:solidFill>
                  <a:srgbClr val="334862"/>
                </a:solidFill>
                <a:latin typeface="Lucida Sans Unicode"/>
                <a:cs typeface="Lucida Sans Unicode"/>
              </a:rPr>
              <a:t>kod</a:t>
            </a:r>
            <a:r>
              <a:rPr dirty="0" sz="2100" spc="-70">
                <a:solidFill>
                  <a:srgbClr val="21364B"/>
                </a:solidFill>
                <a:latin typeface="Lucida Sans Unicode"/>
                <a:cs typeface="Lucida Sans Unicode"/>
              </a:rPr>
              <a:t>u</a:t>
            </a:r>
            <a:r>
              <a:rPr dirty="0" sz="2100" spc="-114">
                <a:solidFill>
                  <a:srgbClr val="21364B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95">
                <a:solidFill>
                  <a:srgbClr val="465769"/>
                </a:solidFill>
                <a:latin typeface="Lucida Sans Unicode"/>
                <a:cs typeface="Lucida Sans Unicode"/>
              </a:rPr>
              <a:t>a</a:t>
            </a:r>
            <a:r>
              <a:rPr dirty="0" sz="2100" spc="-95">
                <a:solidFill>
                  <a:srgbClr val="E8E8E8"/>
                </a:solidFill>
                <a:latin typeface="Lucida Sans Unicode"/>
                <a:cs typeface="Lucida Sans Unicode"/>
              </a:rPr>
              <a:t>naliz</a:t>
            </a:r>
            <a:r>
              <a:rPr dirty="0" sz="2100" spc="-70">
                <a:solidFill>
                  <a:srgbClr val="E8E8E8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2D3F56"/>
                </a:solidFill>
                <a:latin typeface="Lucida Sans Unicode"/>
                <a:cs typeface="Lucida Sans Unicode"/>
              </a:rPr>
              <a:t>ede</a:t>
            </a:r>
            <a:r>
              <a:rPr dirty="0" sz="2100" spc="175">
                <a:solidFill>
                  <a:srgbClr val="2D3F5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25">
                <a:solidFill>
                  <a:srgbClr val="3A4F60"/>
                </a:solidFill>
                <a:latin typeface="Lucida Sans Unicode"/>
                <a:cs typeface="Lucida Sans Unicode"/>
              </a:rPr>
              <a:t>ek</a:t>
            </a:r>
            <a:r>
              <a:rPr dirty="0" sz="2100" spc="5">
                <a:solidFill>
                  <a:srgbClr val="3A4F60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85">
                <a:solidFill>
                  <a:srgbClr val="8A9EAF"/>
                </a:solidFill>
                <a:latin typeface="Lucida Sans Unicode"/>
                <a:cs typeface="Lucida Sans Unicode"/>
              </a:rPr>
              <a:t>eksik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730628" y="2177313"/>
            <a:ext cx="4999355" cy="7378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25095">
              <a:lnSpc>
                <a:spcPct val="111200"/>
              </a:lnSpc>
              <a:spcBef>
                <a:spcPts val="95"/>
              </a:spcBef>
              <a:tabLst>
                <a:tab pos="620395" algn="l"/>
                <a:tab pos="1012190" algn="l"/>
                <a:tab pos="1478915" algn="l"/>
                <a:tab pos="1677035" algn="l"/>
                <a:tab pos="1781810" algn="l"/>
                <a:tab pos="2787650" algn="l"/>
                <a:tab pos="3681095" algn="l"/>
                <a:tab pos="4839970" algn="l"/>
              </a:tabLst>
            </a:pPr>
            <a:r>
              <a:rPr dirty="0" sz="2100" spc="-370">
                <a:solidFill>
                  <a:srgbClr val="607283"/>
                </a:solidFill>
                <a:latin typeface="Lucida Sans Unicode"/>
                <a:cs typeface="Lucida Sans Unicode"/>
              </a:rPr>
              <a:t>ı</a:t>
            </a:r>
            <a:r>
              <a:rPr dirty="0" sz="2100" spc="-370">
                <a:solidFill>
                  <a:srgbClr val="546E85"/>
                </a:solidFill>
                <a:latin typeface="Lucida Sans Unicode"/>
                <a:cs typeface="Lucida Sans Unicode"/>
              </a:rPr>
              <a:t>mı</a:t>
            </a:r>
            <a:r>
              <a:rPr dirty="0" sz="2100">
                <a:solidFill>
                  <a:srgbClr val="546E85"/>
                </a:solidFill>
                <a:latin typeface="Lucida Sans Unicode"/>
                <a:cs typeface="Lucida Sans Unicode"/>
              </a:rPr>
              <a:t>	</a:t>
            </a:r>
            <a:r>
              <a:rPr dirty="0" sz="2100" spc="-25">
                <a:solidFill>
                  <a:srgbClr val="364859"/>
                </a:solidFill>
                <a:latin typeface="Lucida Sans Unicode"/>
                <a:cs typeface="Lucida Sans Unicode"/>
              </a:rPr>
              <a:t>de</a:t>
            </a:r>
            <a:r>
              <a:rPr dirty="0" sz="2100">
                <a:solidFill>
                  <a:srgbClr val="364859"/>
                </a:solidFill>
                <a:latin typeface="Lucida Sans Unicode"/>
                <a:cs typeface="Lucida Sans Unicode"/>
              </a:rPr>
              <a:t>		</a:t>
            </a:r>
            <a:r>
              <a:rPr dirty="0" sz="2100" spc="-650">
                <a:solidFill>
                  <a:srgbClr val="E8E8E8"/>
                </a:solidFill>
                <a:latin typeface="Lucida Sans Unicode"/>
                <a:cs typeface="Lucida Sans Unicode"/>
              </a:rPr>
              <a:t>da</a:t>
            </a:r>
            <a:r>
              <a:rPr dirty="0" sz="2100">
                <a:solidFill>
                  <a:srgbClr val="E8E8E8"/>
                </a:solidFill>
                <a:latin typeface="Lucida Sans Unicode"/>
                <a:cs typeface="Lucida Sans Unicode"/>
              </a:rPr>
              <a:t>		</a:t>
            </a:r>
            <a:r>
              <a:rPr dirty="0" sz="2100" spc="-130">
                <a:solidFill>
                  <a:srgbClr val="6B7C8A"/>
                </a:solidFill>
                <a:latin typeface="Lucida Sans Unicode"/>
                <a:cs typeface="Lucida Sans Unicode"/>
              </a:rPr>
              <a:t>ı</a:t>
            </a:r>
            <a:r>
              <a:rPr dirty="0" sz="2100" spc="-80">
                <a:solidFill>
                  <a:srgbClr val="6B7C8A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E6E6E6"/>
                </a:solidFill>
                <a:latin typeface="Lucida Sans Unicode"/>
                <a:cs typeface="Lucida Sans Unicode"/>
              </a:rPr>
              <a:t>bu</a:t>
            </a:r>
            <a:r>
              <a:rPr dirty="0" sz="2100" spc="-155">
                <a:solidFill>
                  <a:srgbClr val="E6E6E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50">
                <a:solidFill>
                  <a:srgbClr val="263B54"/>
                </a:solidFill>
                <a:latin typeface="Lucida Sans Unicode"/>
                <a:cs typeface="Lucida Sans Unicode"/>
              </a:rPr>
              <a:t>u</a:t>
            </a:r>
            <a:r>
              <a:rPr dirty="0" sz="2100">
                <a:solidFill>
                  <a:srgbClr val="263B54"/>
                </a:solidFill>
                <a:latin typeface="Lucida Sans Unicode"/>
                <a:cs typeface="Lucida Sans Unicode"/>
              </a:rPr>
              <a:t>	</a:t>
            </a:r>
            <a:r>
              <a:rPr dirty="0" sz="2100" spc="-490">
                <a:solidFill>
                  <a:srgbClr val="2A3F52"/>
                </a:solidFill>
                <a:latin typeface="Lucida Sans Unicode"/>
                <a:cs typeface="Lucida Sans Unicode"/>
              </a:rPr>
              <a:t>D</a:t>
            </a:r>
            <a:r>
              <a:rPr dirty="0" sz="2100" spc="-25">
                <a:solidFill>
                  <a:srgbClr val="2A3F52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545">
                <a:solidFill>
                  <a:srgbClr val="3B4D62"/>
                </a:solidFill>
                <a:latin typeface="Lucida Sans Unicode"/>
                <a:cs typeface="Lucida Sans Unicode"/>
              </a:rPr>
              <a:t>O</a:t>
            </a:r>
            <a:r>
              <a:rPr dirty="0" sz="2100" spc="210">
                <a:solidFill>
                  <a:srgbClr val="3B4D62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610" i="1">
                <a:solidFill>
                  <a:srgbClr val="2D4256"/>
                </a:solidFill>
                <a:latin typeface="Arial"/>
                <a:cs typeface="Arial"/>
              </a:rPr>
              <a:t>O</a:t>
            </a:r>
            <a:r>
              <a:rPr dirty="0" sz="2100" i="1">
                <a:solidFill>
                  <a:srgbClr val="2D4256"/>
                </a:solidFill>
                <a:latin typeface="Arial"/>
                <a:cs typeface="Arial"/>
              </a:rPr>
              <a:t>	</a:t>
            </a:r>
            <a:r>
              <a:rPr dirty="0" sz="2100" spc="-550" i="1">
                <a:solidFill>
                  <a:srgbClr val="445667"/>
                </a:solidFill>
                <a:latin typeface="Arial"/>
                <a:cs typeface="Arial"/>
              </a:rPr>
              <a:t>B</a:t>
            </a:r>
            <a:r>
              <a:rPr dirty="0" sz="2100" spc="335" i="1">
                <a:solidFill>
                  <a:srgbClr val="445667"/>
                </a:solidFill>
                <a:latin typeface="Arial"/>
                <a:cs typeface="Arial"/>
              </a:rPr>
              <a:t> </a:t>
            </a:r>
            <a:r>
              <a:rPr dirty="0" sz="2100" spc="-105">
                <a:solidFill>
                  <a:srgbClr val="CFE8FF"/>
                </a:solidFill>
                <a:latin typeface="Lucida Sans Unicode"/>
                <a:cs typeface="Lucida Sans Unicode"/>
              </a:rPr>
              <a:t>i</a:t>
            </a:r>
            <a:r>
              <a:rPr dirty="0" sz="2100" spc="-105">
                <a:solidFill>
                  <a:srgbClr val="243B4D"/>
                </a:solidFill>
                <a:latin typeface="Lucida Sans Unicode"/>
                <a:cs typeface="Lucida Sans Unicode"/>
              </a:rPr>
              <a:t>k</a:t>
            </a:r>
            <a:r>
              <a:rPr dirty="0" sz="2100" spc="-60">
                <a:solidFill>
                  <a:srgbClr val="243B4D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25">
                <a:solidFill>
                  <a:srgbClr val="213D54"/>
                </a:solidFill>
                <a:latin typeface="Lucida Sans Unicode"/>
                <a:cs typeface="Lucida Sans Unicode"/>
              </a:rPr>
              <a:t>uni</a:t>
            </a:r>
            <a:r>
              <a:rPr dirty="0" sz="2100">
                <a:solidFill>
                  <a:srgbClr val="213D54"/>
                </a:solidFill>
                <a:latin typeface="Lucida Sans Unicode"/>
                <a:cs typeface="Lucida Sans Unicode"/>
              </a:rPr>
              <a:t>	</a:t>
            </a:r>
            <a:r>
              <a:rPr dirty="0" sz="2100" spc="-60">
                <a:solidFill>
                  <a:srgbClr val="33485B"/>
                </a:solidFill>
                <a:latin typeface="Lucida Sans Unicode"/>
                <a:cs typeface="Lucida Sans Unicode"/>
              </a:rPr>
              <a:t>e </a:t>
            </a:r>
            <a:r>
              <a:rPr dirty="0" sz="2100" spc="-10">
                <a:solidFill>
                  <a:srgbClr val="1C344D"/>
                </a:solidFill>
                <a:latin typeface="Lucida Sans Unicode"/>
                <a:cs typeface="Lucida Sans Unicode"/>
              </a:rPr>
              <a:t>blo</a:t>
            </a:r>
            <a:r>
              <a:rPr dirty="0" sz="2100" spc="-10">
                <a:solidFill>
                  <a:srgbClr val="2D4250"/>
                </a:solidFill>
                <a:latin typeface="Lucida Sans Unicode"/>
                <a:cs typeface="Lucida Sans Unicode"/>
              </a:rPr>
              <a:t>kla</a:t>
            </a:r>
            <a:r>
              <a:rPr dirty="0" sz="2100">
                <a:solidFill>
                  <a:srgbClr val="2D4250"/>
                </a:solidFill>
                <a:latin typeface="Lucida Sans Unicode"/>
                <a:cs typeface="Lucida Sans Unicode"/>
              </a:rPr>
              <a:t>	</a:t>
            </a:r>
            <a:r>
              <a:rPr dirty="0" sz="2100" spc="-120" i="1">
                <a:solidFill>
                  <a:srgbClr val="213346"/>
                </a:solidFill>
                <a:latin typeface="Arial"/>
                <a:cs typeface="Arial"/>
              </a:rPr>
              <a:t>ya</a:t>
            </a:r>
            <a:r>
              <a:rPr dirty="0" sz="2100" spc="-305" i="1">
                <a:solidFill>
                  <a:srgbClr val="213346"/>
                </a:solidFill>
                <a:latin typeface="Arial"/>
                <a:cs typeface="Arial"/>
              </a:rPr>
              <a:t> </a:t>
            </a:r>
            <a:r>
              <a:rPr dirty="0" sz="2100" spc="-25" i="1">
                <a:solidFill>
                  <a:srgbClr val="21384D"/>
                </a:solidFill>
                <a:latin typeface="Arial"/>
                <a:cs typeface="Arial"/>
              </a:rPr>
              <a:t>za</a:t>
            </a:r>
            <a:r>
              <a:rPr dirty="0" sz="2100" i="1">
                <a:solidFill>
                  <a:srgbClr val="21384D"/>
                </a:solidFill>
                <a:latin typeface="Arial"/>
                <a:cs typeface="Arial"/>
              </a:rPr>
              <a:t>	</a:t>
            </a:r>
            <a:r>
              <a:rPr dirty="0" sz="2100" spc="-50" i="1">
                <a:solidFill>
                  <a:srgbClr val="3D5977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70" y="9371442"/>
            <a:ext cx="20093629" cy="1884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2026-06-05T14:25:47Z</dcterms:created>
  <dcterms:modified xsi:type="dcterms:W3CDTF">2026-06-05T14:25:47Z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2026-06-05T00:00:00Z</vt:filetime>
  </property>
  <property fmtid="{D5CDD505-2E9C-101B-9397-08002B2CF9AE}" pid="3" name="LastSaved">
    <vt:filetime>2026-06-05T00:00:00Z</vt:filetime>
  </property>
</Properties>
</file>